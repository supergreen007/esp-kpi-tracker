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996" r:id="rId1"/>
  </p:sldMasterIdLst>
  <p:notesMasterIdLst>
    <p:notesMasterId r:id="rId21"/>
  </p:notesMasterIdLst>
  <p:handoutMasterIdLst>
    <p:handoutMasterId r:id="rId22"/>
  </p:handoutMasterIdLst>
  <p:sldIdLst>
    <p:sldId id="256" r:id="rId2"/>
    <p:sldId id="326" r:id="rId3"/>
    <p:sldId id="327" r:id="rId4"/>
    <p:sldId id="292" r:id="rId5"/>
    <p:sldId id="334" r:id="rId6"/>
    <p:sldId id="328" r:id="rId7"/>
    <p:sldId id="329" r:id="rId8"/>
    <p:sldId id="330" r:id="rId9"/>
    <p:sldId id="331" r:id="rId10"/>
    <p:sldId id="321" r:id="rId11"/>
    <p:sldId id="322" r:id="rId12"/>
    <p:sldId id="323" r:id="rId13"/>
    <p:sldId id="290" r:id="rId14"/>
    <p:sldId id="324" r:id="rId15"/>
    <p:sldId id="325" r:id="rId16"/>
    <p:sldId id="335" r:id="rId17"/>
    <p:sldId id="332" r:id="rId18"/>
    <p:sldId id="298" r:id="rId19"/>
    <p:sldId id="333" r:id="rId20"/>
  </p:sldIdLst>
  <p:sldSz cx="9144000" cy="5143500" type="screen16x9"/>
  <p:notesSz cx="7023100" cy="9309100"/>
  <p:defaultTextStyle>
    <a:defPPr>
      <a:defRPr lang="en-US"/>
    </a:defPPr>
    <a:lvl1pPr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1pPr>
    <a:lvl2pPr marL="342900"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2pPr>
    <a:lvl3pPr marL="685800"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3pPr>
    <a:lvl4pPr marL="1028700"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4pPr>
    <a:lvl5pPr marL="1371600"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5pPr>
    <a:lvl6pPr marL="1714500" algn="l" defTabSz="342900" rtl="0" eaLnBrk="1" latinLnBrk="0" hangingPunct="1">
      <a:defRPr sz="1800" kern="1200">
        <a:solidFill>
          <a:schemeClr val="tx1"/>
        </a:solidFill>
        <a:latin typeface="Arial" pitchFamily="-84" charset="0"/>
        <a:ea typeface="ＭＳ Ｐゴシック" pitchFamily="-84" charset="-128"/>
        <a:cs typeface="ＭＳ Ｐゴシック" pitchFamily="-84" charset="-128"/>
      </a:defRPr>
    </a:lvl6pPr>
    <a:lvl7pPr marL="2057400" algn="l" defTabSz="342900" rtl="0" eaLnBrk="1" latinLnBrk="0" hangingPunct="1">
      <a:defRPr sz="1800" kern="1200">
        <a:solidFill>
          <a:schemeClr val="tx1"/>
        </a:solidFill>
        <a:latin typeface="Arial" pitchFamily="-84" charset="0"/>
        <a:ea typeface="ＭＳ Ｐゴシック" pitchFamily="-84" charset="-128"/>
        <a:cs typeface="ＭＳ Ｐゴシック" pitchFamily="-84" charset="-128"/>
      </a:defRPr>
    </a:lvl7pPr>
    <a:lvl8pPr marL="2400300" algn="l" defTabSz="342900" rtl="0" eaLnBrk="1" latinLnBrk="0" hangingPunct="1">
      <a:defRPr sz="1800" kern="1200">
        <a:solidFill>
          <a:schemeClr val="tx1"/>
        </a:solidFill>
        <a:latin typeface="Arial" pitchFamily="-84" charset="0"/>
        <a:ea typeface="ＭＳ Ｐゴシック" pitchFamily="-84" charset="-128"/>
        <a:cs typeface="ＭＳ Ｐゴシック" pitchFamily="-84" charset="-128"/>
      </a:defRPr>
    </a:lvl8pPr>
    <a:lvl9pPr marL="2743200" algn="l" defTabSz="342900" rtl="0" eaLnBrk="1" latinLnBrk="0" hangingPunct="1">
      <a:defRPr sz="1800" kern="1200">
        <a:solidFill>
          <a:schemeClr val="tx1"/>
        </a:solidFill>
        <a:latin typeface="Arial" pitchFamily="-84" charset="0"/>
        <a:ea typeface="ＭＳ Ｐゴシック" pitchFamily="-84" charset="-128"/>
        <a:cs typeface="ＭＳ Ｐゴシック" pitchFamily="-84" charset="-128"/>
      </a:defRPr>
    </a:lvl9pPr>
  </p:defaultTextStyle>
  <p:extLst>
    <p:ext uri="{EFAFB233-063F-42B5-8137-9DF3F51BA10A}">
      <p15:sldGuideLst xmlns:p15="http://schemas.microsoft.com/office/powerpoint/2012/main">
        <p15:guide id="16" orient="horz" pos="1620" userDrawn="1">
          <p15:clr>
            <a:srgbClr val="A4A3A4"/>
          </p15:clr>
        </p15:guide>
        <p15:guide id="17" orient="horz" pos="2988" userDrawn="1">
          <p15:clr>
            <a:srgbClr val="A4A3A4"/>
          </p15:clr>
        </p15:guide>
        <p15:guide id="18" pos="2880" userDrawn="1">
          <p15:clr>
            <a:srgbClr val="A4A3A4"/>
          </p15:clr>
        </p15:guide>
        <p15:guide id="20" pos="5760" userDrawn="1">
          <p15:clr>
            <a:srgbClr val="A4A3A4"/>
          </p15:clr>
        </p15:guide>
        <p15:guide id="21" orient="horz" userDrawn="1">
          <p15:clr>
            <a:srgbClr val="A4A3A4"/>
          </p15:clr>
        </p15:guide>
        <p15:guide id="22" orient="horz" pos="2244" userDrawn="1">
          <p15:clr>
            <a:srgbClr val="A4A3A4"/>
          </p15:clr>
        </p15:guide>
      </p15:sldGuideLst>
    </p:ext>
    <p:ext uri="{2D200454-40CA-4A62-9FC3-DE9A4176ACB9}">
      <p15:notesGuideLst xmlns:p15="http://schemas.microsoft.com/office/powerpoint/2012/main">
        <p15:guide id="1" orient="horz" pos="1660" userDrawn="1">
          <p15:clr>
            <a:srgbClr val="A4A3A4"/>
          </p15:clr>
        </p15:guide>
        <p15:guide id="3" pos="221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EE32"/>
    <a:srgbClr val="FFFFCC"/>
    <a:srgbClr val="005F9A"/>
    <a:srgbClr val="DCF0FF"/>
    <a:srgbClr val="EAEAEA"/>
    <a:srgbClr val="0099EE"/>
    <a:srgbClr val="C0C0C0"/>
    <a:srgbClr val="DDDDDD"/>
    <a:srgbClr val="FAFAF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C3CF58-E3F7-425C-BD9A-95354C82155A}" v="331" dt="2025-12-12T14:56:25.8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3" d="100"/>
          <a:sy n="133" d="100"/>
        </p:scale>
        <p:origin x="186" y="126"/>
      </p:cViewPr>
      <p:guideLst>
        <p:guide orient="horz" pos="1620"/>
        <p:guide orient="horz" pos="2988"/>
        <p:guide pos="2880"/>
        <p:guide pos="5760"/>
        <p:guide orient="horz"/>
        <p:guide orient="horz" pos="2244"/>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1660"/>
        <p:guide pos="2212"/>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yne Green" userId="1fb3c3b9-465d-4147-99ba-8324d8c77f7a" providerId="ADAL" clId="{49785D9F-036A-4E3E-A28D-677289895A9C}"/>
    <pc:docChg chg="undo redo custSel addSld delSld modSld sldOrd">
      <pc:chgData name="Wayne Green" userId="1fb3c3b9-465d-4147-99ba-8324d8c77f7a" providerId="ADAL" clId="{49785D9F-036A-4E3E-A28D-677289895A9C}" dt="2025-12-12T15:00:54.166" v="1756" actId="207"/>
      <pc:docMkLst>
        <pc:docMk/>
      </pc:docMkLst>
      <pc:sldChg chg="modSp mod">
        <pc:chgData name="Wayne Green" userId="1fb3c3b9-465d-4147-99ba-8324d8c77f7a" providerId="ADAL" clId="{49785D9F-036A-4E3E-A28D-677289895A9C}" dt="2025-12-12T14:07:45.306" v="1005" actId="20577"/>
        <pc:sldMkLst>
          <pc:docMk/>
          <pc:sldMk cId="2217194271" sldId="256"/>
        </pc:sldMkLst>
        <pc:spChg chg="mod">
          <ac:chgData name="Wayne Green" userId="1fb3c3b9-465d-4147-99ba-8324d8c77f7a" providerId="ADAL" clId="{49785D9F-036A-4E3E-A28D-677289895A9C}" dt="2025-12-12T14:07:45.306" v="1005" actId="20577"/>
          <ac:spMkLst>
            <pc:docMk/>
            <pc:sldMk cId="2217194271" sldId="256"/>
            <ac:spMk id="3" creationId="{00000000-0000-0000-0000-000000000000}"/>
          </ac:spMkLst>
        </pc:spChg>
      </pc:sldChg>
      <pc:sldChg chg="modSp mod">
        <pc:chgData name="Wayne Green" userId="1fb3c3b9-465d-4147-99ba-8324d8c77f7a" providerId="ADAL" clId="{49785D9F-036A-4E3E-A28D-677289895A9C}" dt="2025-12-10T19:48:27.973" v="939" actId="20577"/>
        <pc:sldMkLst>
          <pc:docMk/>
          <pc:sldMk cId="83117042" sldId="290"/>
        </pc:sldMkLst>
        <pc:spChg chg="mod">
          <ac:chgData name="Wayne Green" userId="1fb3c3b9-465d-4147-99ba-8324d8c77f7a" providerId="ADAL" clId="{49785D9F-036A-4E3E-A28D-677289895A9C}" dt="2025-12-10T19:48:27.973" v="939" actId="20577"/>
          <ac:spMkLst>
            <pc:docMk/>
            <pc:sldMk cId="83117042" sldId="290"/>
            <ac:spMk id="3" creationId="{80CAE357-D7CD-6D66-4698-04E73AA5E312}"/>
          </ac:spMkLst>
        </pc:spChg>
      </pc:sldChg>
      <pc:sldChg chg="modSp mod">
        <pc:chgData name="Wayne Green" userId="1fb3c3b9-465d-4147-99ba-8324d8c77f7a" providerId="ADAL" clId="{49785D9F-036A-4E3E-A28D-677289895A9C}" dt="2025-12-12T15:00:34.122" v="1755" actId="207"/>
        <pc:sldMkLst>
          <pc:docMk/>
          <pc:sldMk cId="1212306359" sldId="292"/>
        </pc:sldMkLst>
        <pc:spChg chg="mod">
          <ac:chgData name="Wayne Green" userId="1fb3c3b9-465d-4147-99ba-8324d8c77f7a" providerId="ADAL" clId="{49785D9F-036A-4E3E-A28D-677289895A9C}" dt="2025-12-12T15:00:34.122" v="1755" actId="207"/>
          <ac:spMkLst>
            <pc:docMk/>
            <pc:sldMk cId="1212306359" sldId="292"/>
            <ac:spMk id="3" creationId="{F323BAF7-9923-7D06-D59C-6D2DA67C06BD}"/>
          </ac:spMkLst>
        </pc:spChg>
        <pc:spChg chg="mod">
          <ac:chgData name="Wayne Green" userId="1fb3c3b9-465d-4147-99ba-8324d8c77f7a" providerId="ADAL" clId="{49785D9F-036A-4E3E-A28D-677289895A9C}" dt="2025-12-10T19:32:22.186" v="815" actId="108"/>
          <ac:spMkLst>
            <pc:docMk/>
            <pc:sldMk cId="1212306359" sldId="292"/>
            <ac:spMk id="4" creationId="{073D82C7-D273-B4A4-BB27-EBB7E99E5578}"/>
          </ac:spMkLst>
        </pc:spChg>
      </pc:sldChg>
      <pc:sldChg chg="modSp add mod">
        <pc:chgData name="Wayne Green" userId="1fb3c3b9-465d-4147-99ba-8324d8c77f7a" providerId="ADAL" clId="{49785D9F-036A-4E3E-A28D-677289895A9C}" dt="2025-12-10T18:39:49.583" v="711" actId="14100"/>
        <pc:sldMkLst>
          <pc:docMk/>
          <pc:sldMk cId="1342597927" sldId="298"/>
        </pc:sldMkLst>
        <pc:spChg chg="mod">
          <ac:chgData name="Wayne Green" userId="1fb3c3b9-465d-4147-99ba-8324d8c77f7a" providerId="ADAL" clId="{49785D9F-036A-4E3E-A28D-677289895A9C}" dt="2025-12-10T18:30:46.378" v="528" actId="20577"/>
          <ac:spMkLst>
            <pc:docMk/>
            <pc:sldMk cId="1342597927" sldId="298"/>
            <ac:spMk id="4" creationId="{09EF6D1F-A521-B17D-CB6F-CC115DEF3248}"/>
          </ac:spMkLst>
        </pc:spChg>
        <pc:spChg chg="mod">
          <ac:chgData name="Wayne Green" userId="1fb3c3b9-465d-4147-99ba-8324d8c77f7a" providerId="ADAL" clId="{49785D9F-036A-4E3E-A28D-677289895A9C}" dt="2025-12-10T18:30:31.596" v="497" actId="20577"/>
          <ac:spMkLst>
            <pc:docMk/>
            <pc:sldMk cId="1342597927" sldId="298"/>
            <ac:spMk id="10" creationId="{00000000-0000-0000-0000-000000000000}"/>
          </ac:spMkLst>
        </pc:spChg>
        <pc:spChg chg="mod">
          <ac:chgData name="Wayne Green" userId="1fb3c3b9-465d-4147-99ba-8324d8c77f7a" providerId="ADAL" clId="{49785D9F-036A-4E3E-A28D-677289895A9C}" dt="2025-12-10T18:39:49.583" v="711" actId="14100"/>
          <ac:spMkLst>
            <pc:docMk/>
            <pc:sldMk cId="1342597927" sldId="298"/>
            <ac:spMk id="74" creationId="{C4335834-4024-F8DC-6CE8-50CDAD7DB3A0}"/>
          </ac:spMkLst>
        </pc:spChg>
      </pc:sldChg>
      <pc:sldChg chg="modSp mod">
        <pc:chgData name="Wayne Green" userId="1fb3c3b9-465d-4147-99ba-8324d8c77f7a" providerId="ADAL" clId="{49785D9F-036A-4E3E-A28D-677289895A9C}" dt="2025-12-10T19:48:41.022" v="961" actId="20577"/>
        <pc:sldMkLst>
          <pc:docMk/>
          <pc:sldMk cId="1561717412" sldId="323"/>
        </pc:sldMkLst>
        <pc:spChg chg="mod">
          <ac:chgData name="Wayne Green" userId="1fb3c3b9-465d-4147-99ba-8324d8c77f7a" providerId="ADAL" clId="{49785D9F-036A-4E3E-A28D-677289895A9C}" dt="2025-12-10T19:48:41.022" v="961" actId="20577"/>
          <ac:spMkLst>
            <pc:docMk/>
            <pc:sldMk cId="1561717412" sldId="323"/>
            <ac:spMk id="3" creationId="{3BB9E6B7-251D-FA7C-2699-3E8EA23582F3}"/>
          </ac:spMkLst>
        </pc:spChg>
      </pc:sldChg>
      <pc:sldChg chg="ord">
        <pc:chgData name="Wayne Green" userId="1fb3c3b9-465d-4147-99ba-8324d8c77f7a" providerId="ADAL" clId="{49785D9F-036A-4E3E-A28D-677289895A9C}" dt="2025-12-08T20:40:43.769" v="52"/>
        <pc:sldMkLst>
          <pc:docMk/>
          <pc:sldMk cId="3064346346" sldId="324"/>
        </pc:sldMkLst>
      </pc:sldChg>
      <pc:sldChg chg="modSp mod ord">
        <pc:chgData name="Wayne Green" userId="1fb3c3b9-465d-4147-99ba-8324d8c77f7a" providerId="ADAL" clId="{49785D9F-036A-4E3E-A28D-677289895A9C}" dt="2025-12-12T15:00:54.166" v="1756" actId="207"/>
        <pc:sldMkLst>
          <pc:docMk/>
          <pc:sldMk cId="2914448848" sldId="325"/>
        </pc:sldMkLst>
        <pc:spChg chg="mod">
          <ac:chgData name="Wayne Green" userId="1fb3c3b9-465d-4147-99ba-8324d8c77f7a" providerId="ADAL" clId="{49785D9F-036A-4E3E-A28D-677289895A9C}" dt="2025-12-12T15:00:54.166" v="1756" actId="207"/>
          <ac:spMkLst>
            <pc:docMk/>
            <pc:sldMk cId="2914448848" sldId="325"/>
            <ac:spMk id="3" creationId="{C2C5113C-B889-C832-CD89-CB656B675B48}"/>
          </ac:spMkLst>
        </pc:spChg>
      </pc:sldChg>
      <pc:sldChg chg="addSp modSp mod">
        <pc:chgData name="Wayne Green" userId="1fb3c3b9-465d-4147-99ba-8324d8c77f7a" providerId="ADAL" clId="{49785D9F-036A-4E3E-A28D-677289895A9C}" dt="2025-12-12T14:51:01.247" v="1619" actId="5793"/>
        <pc:sldMkLst>
          <pc:docMk/>
          <pc:sldMk cId="2308754850" sldId="326"/>
        </pc:sldMkLst>
        <pc:spChg chg="mod">
          <ac:chgData name="Wayne Green" userId="1fb3c3b9-465d-4147-99ba-8324d8c77f7a" providerId="ADAL" clId="{49785D9F-036A-4E3E-A28D-677289895A9C}" dt="2025-12-12T14:51:01.247" v="1619" actId="5793"/>
          <ac:spMkLst>
            <pc:docMk/>
            <pc:sldMk cId="2308754850" sldId="326"/>
            <ac:spMk id="4" creationId="{0ED1C718-EBD6-79CF-B4F2-A1EB3A173DE8}"/>
          </ac:spMkLst>
        </pc:spChg>
        <pc:graphicFrameChg chg="add mod modGraphic">
          <ac:chgData name="Wayne Green" userId="1fb3c3b9-465d-4147-99ba-8324d8c77f7a" providerId="ADAL" clId="{49785D9F-036A-4E3E-A28D-677289895A9C}" dt="2025-12-12T14:22:00.708" v="1458" actId="1076"/>
          <ac:graphicFrameMkLst>
            <pc:docMk/>
            <pc:sldMk cId="2308754850" sldId="326"/>
            <ac:graphicFrameMk id="7" creationId="{7582BDF6-E516-E94A-D25F-627B5C656683}"/>
          </ac:graphicFrameMkLst>
        </pc:graphicFrameChg>
      </pc:sldChg>
      <pc:sldChg chg="modSp mod">
        <pc:chgData name="Wayne Green" userId="1fb3c3b9-465d-4147-99ba-8324d8c77f7a" providerId="ADAL" clId="{49785D9F-036A-4E3E-A28D-677289895A9C}" dt="2025-12-12T14:50:39.802" v="1612" actId="108"/>
        <pc:sldMkLst>
          <pc:docMk/>
          <pc:sldMk cId="3533622789" sldId="327"/>
        </pc:sldMkLst>
        <pc:spChg chg="mod">
          <ac:chgData name="Wayne Green" userId="1fb3c3b9-465d-4147-99ba-8324d8c77f7a" providerId="ADAL" clId="{49785D9F-036A-4E3E-A28D-677289895A9C}" dt="2025-12-12T14:50:39.802" v="1612" actId="108"/>
          <ac:spMkLst>
            <pc:docMk/>
            <pc:sldMk cId="3533622789" sldId="327"/>
            <ac:spMk id="4" creationId="{84BAB402-6424-91BF-0B99-CBA4223CEF79}"/>
          </ac:spMkLst>
        </pc:spChg>
      </pc:sldChg>
      <pc:sldChg chg="modSp mod">
        <pc:chgData name="Wayne Green" userId="1fb3c3b9-465d-4147-99ba-8324d8c77f7a" providerId="ADAL" clId="{49785D9F-036A-4E3E-A28D-677289895A9C}" dt="2025-12-12T14:50:03.320" v="1607" actId="113"/>
        <pc:sldMkLst>
          <pc:docMk/>
          <pc:sldMk cId="1408539958" sldId="328"/>
        </pc:sldMkLst>
        <pc:spChg chg="mod">
          <ac:chgData name="Wayne Green" userId="1fb3c3b9-465d-4147-99ba-8324d8c77f7a" providerId="ADAL" clId="{49785D9F-036A-4E3E-A28D-677289895A9C}" dt="2025-12-12T14:41:22.724" v="1530" actId="6549"/>
          <ac:spMkLst>
            <pc:docMk/>
            <pc:sldMk cId="1408539958" sldId="328"/>
            <ac:spMk id="3" creationId="{240CD5C5-8F79-5C14-8E43-35A1814A9241}"/>
          </ac:spMkLst>
        </pc:spChg>
        <pc:spChg chg="mod">
          <ac:chgData name="Wayne Green" userId="1fb3c3b9-465d-4147-99ba-8324d8c77f7a" providerId="ADAL" clId="{49785D9F-036A-4E3E-A28D-677289895A9C}" dt="2025-12-12T14:50:03.320" v="1607" actId="113"/>
          <ac:spMkLst>
            <pc:docMk/>
            <pc:sldMk cId="1408539958" sldId="328"/>
            <ac:spMk id="12" creationId="{A4E8578C-421E-998E-DFCD-F31573C39461}"/>
          </ac:spMkLst>
        </pc:spChg>
      </pc:sldChg>
      <pc:sldChg chg="modSp mod">
        <pc:chgData name="Wayne Green" userId="1fb3c3b9-465d-4147-99ba-8324d8c77f7a" providerId="ADAL" clId="{49785D9F-036A-4E3E-A28D-677289895A9C}" dt="2025-12-12T14:44:38.693" v="1558" actId="14100"/>
        <pc:sldMkLst>
          <pc:docMk/>
          <pc:sldMk cId="1257442438" sldId="329"/>
        </pc:sldMkLst>
        <pc:spChg chg="mod">
          <ac:chgData name="Wayne Green" userId="1fb3c3b9-465d-4147-99ba-8324d8c77f7a" providerId="ADAL" clId="{49785D9F-036A-4E3E-A28D-677289895A9C}" dt="2025-12-12T14:43:51.933" v="1550"/>
          <ac:spMkLst>
            <pc:docMk/>
            <pc:sldMk cId="1257442438" sldId="329"/>
            <ac:spMk id="3" creationId="{F58AFD45-2D3A-8303-22F4-5918967B501E}"/>
          </ac:spMkLst>
        </pc:spChg>
        <pc:spChg chg="mod">
          <ac:chgData name="Wayne Green" userId="1fb3c3b9-465d-4147-99ba-8324d8c77f7a" providerId="ADAL" clId="{49785D9F-036A-4E3E-A28D-677289895A9C}" dt="2025-12-12T14:44:38.693" v="1558" actId="14100"/>
          <ac:spMkLst>
            <pc:docMk/>
            <pc:sldMk cId="1257442438" sldId="329"/>
            <ac:spMk id="6" creationId="{978BAABE-C7EB-5C96-D028-D917F6B3776E}"/>
          </ac:spMkLst>
        </pc:spChg>
      </pc:sldChg>
      <pc:sldChg chg="modSp mod">
        <pc:chgData name="Wayne Green" userId="1fb3c3b9-465d-4147-99ba-8324d8c77f7a" providerId="ADAL" clId="{49785D9F-036A-4E3E-A28D-677289895A9C}" dt="2025-12-12T14:46:27.270" v="1574" actId="113"/>
        <pc:sldMkLst>
          <pc:docMk/>
          <pc:sldMk cId="2885939704" sldId="330"/>
        </pc:sldMkLst>
        <pc:spChg chg="mod">
          <ac:chgData name="Wayne Green" userId="1fb3c3b9-465d-4147-99ba-8324d8c77f7a" providerId="ADAL" clId="{49785D9F-036A-4E3E-A28D-677289895A9C}" dt="2025-12-12T14:45:22.410" v="1562"/>
          <ac:spMkLst>
            <pc:docMk/>
            <pc:sldMk cId="2885939704" sldId="330"/>
            <ac:spMk id="3" creationId="{DE216874-A4D3-0E2D-0007-F88D13E70FAD}"/>
          </ac:spMkLst>
        </pc:spChg>
        <pc:spChg chg="mod">
          <ac:chgData name="Wayne Green" userId="1fb3c3b9-465d-4147-99ba-8324d8c77f7a" providerId="ADAL" clId="{49785D9F-036A-4E3E-A28D-677289895A9C}" dt="2025-12-12T14:46:27.270" v="1574" actId="113"/>
          <ac:spMkLst>
            <pc:docMk/>
            <pc:sldMk cId="2885939704" sldId="330"/>
            <ac:spMk id="6" creationId="{39316C5E-8D32-EEF1-ED23-119843DF78C0}"/>
          </ac:spMkLst>
        </pc:spChg>
      </pc:sldChg>
      <pc:sldChg chg="modSp mod">
        <pc:chgData name="Wayne Green" userId="1fb3c3b9-465d-4147-99ba-8324d8c77f7a" providerId="ADAL" clId="{49785D9F-036A-4E3E-A28D-677289895A9C}" dt="2025-12-12T14:48:46.857" v="1603" actId="20577"/>
        <pc:sldMkLst>
          <pc:docMk/>
          <pc:sldMk cId="33730644" sldId="331"/>
        </pc:sldMkLst>
        <pc:spChg chg="mod">
          <ac:chgData name="Wayne Green" userId="1fb3c3b9-465d-4147-99ba-8324d8c77f7a" providerId="ADAL" clId="{49785D9F-036A-4E3E-A28D-677289895A9C}" dt="2025-12-12T14:47:01.910" v="1582"/>
          <ac:spMkLst>
            <pc:docMk/>
            <pc:sldMk cId="33730644" sldId="331"/>
            <ac:spMk id="3" creationId="{E1A0C80F-2E8A-3F8E-1EC1-9C962E3C9FFC}"/>
          </ac:spMkLst>
        </pc:spChg>
        <pc:spChg chg="mod">
          <ac:chgData name="Wayne Green" userId="1fb3c3b9-465d-4147-99ba-8324d8c77f7a" providerId="ADAL" clId="{49785D9F-036A-4E3E-A28D-677289895A9C}" dt="2025-12-12T14:48:46.857" v="1603" actId="20577"/>
          <ac:spMkLst>
            <pc:docMk/>
            <pc:sldMk cId="33730644" sldId="331"/>
            <ac:spMk id="6" creationId="{9E9D2B71-D46A-0396-DD81-8771F90BAB35}"/>
          </ac:spMkLst>
        </pc:spChg>
      </pc:sldChg>
      <pc:sldChg chg="addSp modSp new mod">
        <pc:chgData name="Wayne Green" userId="1fb3c3b9-465d-4147-99ba-8324d8c77f7a" providerId="ADAL" clId="{49785D9F-036A-4E3E-A28D-677289895A9C}" dt="2025-12-12T14:57:30.607" v="1731" actId="6549"/>
        <pc:sldMkLst>
          <pc:docMk/>
          <pc:sldMk cId="3229528558" sldId="332"/>
        </pc:sldMkLst>
        <pc:spChg chg="mod">
          <ac:chgData name="Wayne Green" userId="1fb3c3b9-465d-4147-99ba-8324d8c77f7a" providerId="ADAL" clId="{49785D9F-036A-4E3E-A28D-677289895A9C}" dt="2025-12-12T14:53:26.646" v="1621"/>
          <ac:spMkLst>
            <pc:docMk/>
            <pc:sldMk cId="3229528558" sldId="332"/>
            <ac:spMk id="3" creationId="{C249CAF3-7E61-4734-201B-2CD4575CC8D5}"/>
          </ac:spMkLst>
        </pc:spChg>
        <pc:spChg chg="mod">
          <ac:chgData name="Wayne Green" userId="1fb3c3b9-465d-4147-99ba-8324d8c77f7a" providerId="ADAL" clId="{49785D9F-036A-4E3E-A28D-677289895A9C}" dt="2025-12-12T14:57:30.607" v="1731" actId="6549"/>
          <ac:spMkLst>
            <pc:docMk/>
            <pc:sldMk cId="3229528558" sldId="332"/>
            <ac:spMk id="4" creationId="{7B99B301-4060-117E-3CC7-E2DBC810F899}"/>
          </ac:spMkLst>
        </pc:spChg>
        <pc:spChg chg="add mod">
          <ac:chgData name="Wayne Green" userId="1fb3c3b9-465d-4147-99ba-8324d8c77f7a" providerId="ADAL" clId="{49785D9F-036A-4E3E-A28D-677289895A9C}" dt="2025-12-10T19:50:30.764" v="983" actId="20577"/>
          <ac:spMkLst>
            <pc:docMk/>
            <pc:sldMk cId="3229528558" sldId="332"/>
            <ac:spMk id="6" creationId="{2A2BB05B-35BD-31FE-380F-AFE4F18373C4}"/>
          </ac:spMkLst>
        </pc:spChg>
      </pc:sldChg>
      <pc:sldChg chg="addSp delSp modSp add mod">
        <pc:chgData name="Wayne Green" userId="1fb3c3b9-465d-4147-99ba-8324d8c77f7a" providerId="ADAL" clId="{49785D9F-036A-4E3E-A28D-677289895A9C}" dt="2025-12-12T15:00:06.997" v="1754" actId="207"/>
        <pc:sldMkLst>
          <pc:docMk/>
          <pc:sldMk cId="984204907" sldId="333"/>
        </pc:sldMkLst>
        <pc:spChg chg="mod">
          <ac:chgData name="Wayne Green" userId="1fb3c3b9-465d-4147-99ba-8324d8c77f7a" providerId="ADAL" clId="{49785D9F-036A-4E3E-A28D-677289895A9C}" dt="2025-12-10T18:35:08.134" v="597" actId="20577"/>
          <ac:spMkLst>
            <pc:docMk/>
            <pc:sldMk cId="984204907" sldId="333"/>
            <ac:spMk id="4" creationId="{09EF6D1F-A521-B17D-CB6F-CC115DEF3248}"/>
          </ac:spMkLst>
        </pc:spChg>
        <pc:spChg chg="mod">
          <ac:chgData name="Wayne Green" userId="1fb3c3b9-465d-4147-99ba-8324d8c77f7a" providerId="ADAL" clId="{49785D9F-036A-4E3E-A28D-677289895A9C}" dt="2025-12-12T14:58:05.497" v="1732" actId="207"/>
          <ac:spMkLst>
            <pc:docMk/>
            <pc:sldMk cId="984204907" sldId="333"/>
            <ac:spMk id="9" creationId="{2B6ACB90-91D7-BF04-C27B-3AD45D1BAB91}"/>
          </ac:spMkLst>
        </pc:spChg>
        <pc:spChg chg="mod">
          <ac:chgData name="Wayne Green" userId="1fb3c3b9-465d-4147-99ba-8324d8c77f7a" providerId="ADAL" clId="{49785D9F-036A-4E3E-A28D-677289895A9C}" dt="2025-12-10T18:31:14.164" v="537" actId="20577"/>
          <ac:spMkLst>
            <pc:docMk/>
            <pc:sldMk cId="984204907" sldId="333"/>
            <ac:spMk id="10" creationId="{00000000-0000-0000-0000-000000000000}"/>
          </ac:spMkLst>
        </pc:spChg>
        <pc:spChg chg="mod">
          <ac:chgData name="Wayne Green" userId="1fb3c3b9-465d-4147-99ba-8324d8c77f7a" providerId="ADAL" clId="{49785D9F-036A-4E3E-A28D-677289895A9C}" dt="2025-12-12T14:58:30.297" v="1737" actId="207"/>
          <ac:spMkLst>
            <pc:docMk/>
            <pc:sldMk cId="984204907" sldId="333"/>
            <ac:spMk id="12" creationId="{469D13C7-C260-68DF-F718-F7F1BD1FDE49}"/>
          </ac:spMkLst>
        </pc:spChg>
        <pc:spChg chg="mod">
          <ac:chgData name="Wayne Green" userId="1fb3c3b9-465d-4147-99ba-8324d8c77f7a" providerId="ADAL" clId="{49785D9F-036A-4E3E-A28D-677289895A9C}" dt="2025-12-12T14:58:10.934" v="1733" actId="207"/>
          <ac:spMkLst>
            <pc:docMk/>
            <pc:sldMk cId="984204907" sldId="333"/>
            <ac:spMk id="15" creationId="{5615FE9F-49FF-96BB-1F35-9A0580033C67}"/>
          </ac:spMkLst>
        </pc:spChg>
        <pc:spChg chg="mod">
          <ac:chgData name="Wayne Green" userId="1fb3c3b9-465d-4147-99ba-8324d8c77f7a" providerId="ADAL" clId="{49785D9F-036A-4E3E-A28D-677289895A9C}" dt="2025-12-12T14:58:21.868" v="1734" actId="207"/>
          <ac:spMkLst>
            <pc:docMk/>
            <pc:sldMk cId="984204907" sldId="333"/>
            <ac:spMk id="18" creationId="{FA5DEFC8-5A63-CF42-3127-B2092136C151}"/>
          </ac:spMkLst>
        </pc:spChg>
        <pc:spChg chg="mod">
          <ac:chgData name="Wayne Green" userId="1fb3c3b9-465d-4147-99ba-8324d8c77f7a" providerId="ADAL" clId="{49785D9F-036A-4E3E-A28D-677289895A9C}" dt="2025-12-12T15:00:06.997" v="1754" actId="207"/>
          <ac:spMkLst>
            <pc:docMk/>
            <pc:sldMk cId="984204907" sldId="333"/>
            <ac:spMk id="19" creationId="{BC4EE8CE-63E2-FF4B-61EC-C1DD29AE14B9}"/>
          </ac:spMkLst>
        </pc:spChg>
        <pc:spChg chg="add mod">
          <ac:chgData name="Wayne Green" userId="1fb3c3b9-465d-4147-99ba-8324d8c77f7a" providerId="ADAL" clId="{49785D9F-036A-4E3E-A28D-677289895A9C}" dt="2025-12-12T14:59:41.956" v="1752" actId="207"/>
          <ac:spMkLst>
            <pc:docMk/>
            <pc:sldMk cId="984204907" sldId="333"/>
            <ac:spMk id="20" creationId="{ED8C732E-013C-E13A-3113-5C59E96AFECD}"/>
          </ac:spMkLst>
        </pc:spChg>
        <pc:spChg chg="add mod">
          <ac:chgData name="Wayne Green" userId="1fb3c3b9-465d-4147-99ba-8324d8c77f7a" providerId="ADAL" clId="{49785D9F-036A-4E3E-A28D-677289895A9C}" dt="2025-12-12T14:59:45.705" v="1753" actId="207"/>
          <ac:spMkLst>
            <pc:docMk/>
            <pc:sldMk cId="984204907" sldId="333"/>
            <ac:spMk id="21" creationId="{9438EC3D-6B71-3F78-A620-76DDB61340C1}"/>
          </ac:spMkLst>
        </pc:spChg>
        <pc:spChg chg="add mod">
          <ac:chgData name="Wayne Green" userId="1fb3c3b9-465d-4147-99ba-8324d8c77f7a" providerId="ADAL" clId="{49785D9F-036A-4E3E-A28D-677289895A9C}" dt="2025-12-12T14:59:38.656" v="1751" actId="207"/>
          <ac:spMkLst>
            <pc:docMk/>
            <pc:sldMk cId="984204907" sldId="333"/>
            <ac:spMk id="24" creationId="{0DDA6089-A211-2E48-47AF-5918F443A2CD}"/>
          </ac:spMkLst>
        </pc:spChg>
        <pc:spChg chg="mod">
          <ac:chgData name="Wayne Green" userId="1fb3c3b9-465d-4147-99ba-8324d8c77f7a" providerId="ADAL" clId="{49785D9F-036A-4E3E-A28D-677289895A9C}" dt="2025-12-10T18:37:21.462" v="634" actId="20577"/>
          <ac:spMkLst>
            <pc:docMk/>
            <pc:sldMk cId="984204907" sldId="333"/>
            <ac:spMk id="72" creationId="{38E6C16A-E915-FECB-DB4F-45C9302B7B4A}"/>
          </ac:spMkLst>
        </pc:spChg>
        <pc:spChg chg="mod">
          <ac:chgData name="Wayne Green" userId="1fb3c3b9-465d-4147-99ba-8324d8c77f7a" providerId="ADAL" clId="{49785D9F-036A-4E3E-A28D-677289895A9C}" dt="2025-12-10T18:32:27.611" v="562" actId="1076"/>
          <ac:spMkLst>
            <pc:docMk/>
            <pc:sldMk cId="984204907" sldId="333"/>
            <ac:spMk id="73" creationId="{19AD5829-1159-2A10-0BC8-7E8C56739A8F}"/>
          </ac:spMkLst>
        </pc:spChg>
        <pc:spChg chg="mod">
          <ac:chgData name="Wayne Green" userId="1fb3c3b9-465d-4147-99ba-8324d8c77f7a" providerId="ADAL" clId="{49785D9F-036A-4E3E-A28D-677289895A9C}" dt="2025-12-12T14:58:49.721" v="1739" actId="1076"/>
          <ac:spMkLst>
            <pc:docMk/>
            <pc:sldMk cId="984204907" sldId="333"/>
            <ac:spMk id="74" creationId="{C4335834-4024-F8DC-6CE8-50CDAD7DB3A0}"/>
          </ac:spMkLst>
        </pc:spChg>
        <pc:spChg chg="mod">
          <ac:chgData name="Wayne Green" userId="1fb3c3b9-465d-4147-99ba-8324d8c77f7a" providerId="ADAL" clId="{49785D9F-036A-4E3E-A28D-677289895A9C}" dt="2025-12-10T18:44:39.138" v="786" actId="20577"/>
          <ac:spMkLst>
            <pc:docMk/>
            <pc:sldMk cId="984204907" sldId="333"/>
            <ac:spMk id="110" creationId="{CCACB628-420C-740C-FA56-D9ADB0E8A18D}"/>
          </ac:spMkLst>
        </pc:spChg>
        <pc:spChg chg="mod">
          <ac:chgData name="Wayne Green" userId="1fb3c3b9-465d-4147-99ba-8324d8c77f7a" providerId="ADAL" clId="{49785D9F-036A-4E3E-A28D-677289895A9C}" dt="2025-12-10T18:34:13.461" v="578" actId="20577"/>
          <ac:spMkLst>
            <pc:docMk/>
            <pc:sldMk cId="984204907" sldId="333"/>
            <ac:spMk id="210" creationId="{62C288A8-07DC-1717-B3A0-807FD43BF7EC}"/>
          </ac:spMkLst>
        </pc:spChg>
        <pc:spChg chg="mod">
          <ac:chgData name="Wayne Green" userId="1fb3c3b9-465d-4147-99ba-8324d8c77f7a" providerId="ADAL" clId="{49785D9F-036A-4E3E-A28D-677289895A9C}" dt="2025-12-12T14:58:36.294" v="1738" actId="1076"/>
          <ac:spMkLst>
            <pc:docMk/>
            <pc:sldMk cId="984204907" sldId="333"/>
            <ac:spMk id="211" creationId="{83339AD2-7637-E32C-41C2-9678C4BF13AB}"/>
          </ac:spMkLst>
        </pc:spChg>
        <pc:cxnChg chg="mod">
          <ac:chgData name="Wayne Green" userId="1fb3c3b9-465d-4147-99ba-8324d8c77f7a" providerId="ADAL" clId="{49785D9F-036A-4E3E-A28D-677289895A9C}" dt="2025-12-10T18:32:27.611" v="562" actId="1076"/>
          <ac:cxnSpMkLst>
            <pc:docMk/>
            <pc:sldMk cId="984204907" sldId="333"/>
            <ac:cxnSpMk id="5" creationId="{00000000-0000-0000-0000-000000000000}"/>
          </ac:cxnSpMkLst>
        </pc:cxnChg>
      </pc:sldChg>
      <pc:sldChg chg="addSp modSp new mod">
        <pc:chgData name="Wayne Green" userId="1fb3c3b9-465d-4147-99ba-8324d8c77f7a" providerId="ADAL" clId="{49785D9F-036A-4E3E-A28D-677289895A9C}" dt="2025-12-12T14:49:49.314" v="1605" actId="113"/>
        <pc:sldMkLst>
          <pc:docMk/>
          <pc:sldMk cId="3460803484" sldId="334"/>
        </pc:sldMkLst>
        <pc:spChg chg="mod">
          <ac:chgData name="Wayne Green" userId="1fb3c3b9-465d-4147-99ba-8324d8c77f7a" providerId="ADAL" clId="{49785D9F-036A-4E3E-A28D-677289895A9C}" dt="2025-12-12T14:39:48.060" v="1520"/>
          <ac:spMkLst>
            <pc:docMk/>
            <pc:sldMk cId="3460803484" sldId="334"/>
            <ac:spMk id="3" creationId="{02602EC8-4242-337F-2A63-5AB3091ECE00}"/>
          </ac:spMkLst>
        </pc:spChg>
        <pc:spChg chg="mod">
          <ac:chgData name="Wayne Green" userId="1fb3c3b9-465d-4147-99ba-8324d8c77f7a" providerId="ADAL" clId="{49785D9F-036A-4E3E-A28D-677289895A9C}" dt="2025-12-12T14:49:49.314" v="1605" actId="113"/>
          <ac:spMkLst>
            <pc:docMk/>
            <pc:sldMk cId="3460803484" sldId="334"/>
            <ac:spMk id="4" creationId="{BD5485ED-BA1C-4C78-8412-BA2D16FDC4C1}"/>
          </ac:spMkLst>
        </pc:spChg>
        <pc:spChg chg="add mod">
          <ac:chgData name="Wayne Green" userId="1fb3c3b9-465d-4147-99ba-8324d8c77f7a" providerId="ADAL" clId="{49785D9F-036A-4E3E-A28D-677289895A9C}" dt="2025-12-10T19:35:41.833" v="847"/>
          <ac:spMkLst>
            <pc:docMk/>
            <pc:sldMk cId="3460803484" sldId="334"/>
            <ac:spMk id="6" creationId="{13AC1C03-819A-FC30-23CB-6F395490B12B}"/>
          </ac:spMkLst>
        </pc:spChg>
      </pc:sldChg>
      <pc:sldChg chg="modSp add mod">
        <pc:chgData name="Wayne Green" userId="1fb3c3b9-465d-4147-99ba-8324d8c77f7a" providerId="ADAL" clId="{49785D9F-036A-4E3E-A28D-677289895A9C}" dt="2025-12-10T19:37:41.132" v="879" actId="20577"/>
        <pc:sldMkLst>
          <pc:docMk/>
          <pc:sldMk cId="3395315561" sldId="335"/>
        </pc:sldMkLst>
        <pc:spChg chg="mod">
          <ac:chgData name="Wayne Green" userId="1fb3c3b9-465d-4147-99ba-8324d8c77f7a" providerId="ADAL" clId="{49785D9F-036A-4E3E-A28D-677289895A9C}" dt="2025-12-10T19:37:27.543" v="874"/>
          <ac:spMkLst>
            <pc:docMk/>
            <pc:sldMk cId="3395315561" sldId="335"/>
            <ac:spMk id="3" creationId="{CC384B2B-0DD7-B052-764F-93F38DAC0EC2}"/>
          </ac:spMkLst>
        </pc:spChg>
        <pc:spChg chg="mod">
          <ac:chgData name="Wayne Green" userId="1fb3c3b9-465d-4147-99ba-8324d8c77f7a" providerId="ADAL" clId="{49785D9F-036A-4E3E-A28D-677289895A9C}" dt="2025-12-10T19:37:41.132" v="879" actId="20577"/>
          <ac:spMkLst>
            <pc:docMk/>
            <pc:sldMk cId="3395315561" sldId="335"/>
            <ac:spMk id="4" creationId="{4A749DF3-ABBE-8B4B-5375-7DBF404E3472}"/>
          </ac:spMkLst>
        </pc:spChg>
      </pc:sldChg>
    </pc:docChg>
  </pc:docChgLst>
  <pc:docChgLst>
    <pc:chgData name="Wayne Green" userId="S::wayne.green@cnrl.com::1fb3c3b9-465d-4147-99ba-8324d8c77f7a" providerId="AD" clId="Web-{FBEE53BB-AB65-6198-43BD-C0A8049CF5C1}"/>
    <pc:docChg chg="modSld">
      <pc:chgData name="Wayne Green" userId="S::wayne.green@cnrl.com::1fb3c3b9-465d-4147-99ba-8324d8c77f7a" providerId="AD" clId="Web-{FBEE53BB-AB65-6198-43BD-C0A8049CF5C1}" dt="2025-12-02T20:50:40.425" v="485" actId="1076"/>
      <pc:docMkLst>
        <pc:docMk/>
      </pc:docMkLst>
      <pc:sldChg chg="modSp">
        <pc:chgData name="Wayne Green" userId="S::wayne.green@cnrl.com::1fb3c3b9-465d-4147-99ba-8324d8c77f7a" providerId="AD" clId="Web-{FBEE53BB-AB65-6198-43BD-C0A8049CF5C1}" dt="2025-12-02T20:33:11.531" v="293" actId="20577"/>
        <pc:sldMkLst>
          <pc:docMk/>
          <pc:sldMk cId="1212306359" sldId="292"/>
        </pc:sldMkLst>
        <pc:spChg chg="mod">
          <ac:chgData name="Wayne Green" userId="S::wayne.green@cnrl.com::1fb3c3b9-465d-4147-99ba-8324d8c77f7a" providerId="AD" clId="Web-{FBEE53BB-AB65-6198-43BD-C0A8049CF5C1}" dt="2025-12-02T20:33:11.531" v="293" actId="20577"/>
          <ac:spMkLst>
            <pc:docMk/>
            <pc:sldMk cId="1212306359" sldId="292"/>
            <ac:spMk id="4" creationId="{073D82C7-D273-B4A4-BB27-EBB7E99E5578}"/>
          </ac:spMkLst>
        </pc:spChg>
      </pc:sldChg>
    </pc:docChg>
  </pc:docChgLst>
  <pc:docChgLst>
    <pc:chgData name="Emily Pegg" userId="S::emily.pegg@cnrl.com::f7c43992-f1a5-4bf9-b00a-c18b2d5bb1d7" providerId="AD" clId="Web-{09F7C88C-1437-2852-D253-A931E30FED61}"/>
    <pc:docChg chg="addSld delSld modSld">
      <pc:chgData name="Emily Pegg" userId="S::emily.pegg@cnrl.com::f7c43992-f1a5-4bf9-b00a-c18b2d5bb1d7" providerId="AD" clId="Web-{09F7C88C-1437-2852-D253-A931E30FED61}" dt="2025-12-08T20:00:10.375" v="57" actId="20577"/>
      <pc:docMkLst>
        <pc:docMk/>
      </pc:docMkLst>
      <pc:sldChg chg="modSp add">
        <pc:chgData name="Emily Pegg" userId="S::emily.pegg@cnrl.com::f7c43992-f1a5-4bf9-b00a-c18b2d5bb1d7" providerId="AD" clId="Web-{09F7C88C-1437-2852-D253-A931E30FED61}" dt="2025-12-08T20:00:01.328" v="53" actId="20577"/>
        <pc:sldMkLst>
          <pc:docMk/>
          <pc:sldMk cId="1408539958" sldId="328"/>
        </pc:sldMkLst>
        <pc:spChg chg="mod">
          <ac:chgData name="Emily Pegg" userId="S::emily.pegg@cnrl.com::f7c43992-f1a5-4bf9-b00a-c18b2d5bb1d7" providerId="AD" clId="Web-{09F7C88C-1437-2852-D253-A931E30FED61}" dt="2025-12-08T20:00:01.328" v="53" actId="20577"/>
          <ac:spMkLst>
            <pc:docMk/>
            <pc:sldMk cId="1408539958" sldId="328"/>
            <ac:spMk id="12" creationId="{A4E8578C-421E-998E-DFCD-F31573C39461}"/>
          </ac:spMkLst>
        </pc:spChg>
      </pc:sldChg>
      <pc:sldChg chg="modSp add">
        <pc:chgData name="Emily Pegg" userId="S::emily.pegg@cnrl.com::f7c43992-f1a5-4bf9-b00a-c18b2d5bb1d7" providerId="AD" clId="Web-{09F7C88C-1437-2852-D253-A931E30FED61}" dt="2025-12-08T20:00:10.375" v="57" actId="20577"/>
        <pc:sldMkLst>
          <pc:docMk/>
          <pc:sldMk cId="1257442438" sldId="329"/>
        </pc:sldMkLst>
        <pc:spChg chg="mod">
          <ac:chgData name="Emily Pegg" userId="S::emily.pegg@cnrl.com::f7c43992-f1a5-4bf9-b00a-c18b2d5bb1d7" providerId="AD" clId="Web-{09F7C88C-1437-2852-D253-A931E30FED61}" dt="2025-12-08T20:00:10.375" v="57" actId="20577"/>
          <ac:spMkLst>
            <pc:docMk/>
            <pc:sldMk cId="1257442438" sldId="329"/>
            <ac:spMk id="6" creationId="{978BAABE-C7EB-5C96-D028-D917F6B3776E}"/>
          </ac:spMkLst>
        </pc:spChg>
      </pc:sldChg>
      <pc:sldChg chg="modSp add">
        <pc:chgData name="Emily Pegg" userId="S::emily.pegg@cnrl.com::f7c43992-f1a5-4bf9-b00a-c18b2d5bb1d7" providerId="AD" clId="Web-{09F7C88C-1437-2852-D253-A931E30FED61}" dt="2025-12-08T19:46:30.373" v="30" actId="20577"/>
        <pc:sldMkLst>
          <pc:docMk/>
          <pc:sldMk cId="2885939704" sldId="330"/>
        </pc:sldMkLst>
        <pc:spChg chg="mod">
          <ac:chgData name="Emily Pegg" userId="S::emily.pegg@cnrl.com::f7c43992-f1a5-4bf9-b00a-c18b2d5bb1d7" providerId="AD" clId="Web-{09F7C88C-1437-2852-D253-A931E30FED61}" dt="2025-12-08T19:46:30.373" v="30" actId="20577"/>
          <ac:spMkLst>
            <pc:docMk/>
            <pc:sldMk cId="2885939704" sldId="330"/>
            <ac:spMk id="6" creationId="{39316C5E-8D32-EEF1-ED23-119843DF78C0}"/>
          </ac:spMkLst>
        </pc:spChg>
      </pc:sldChg>
      <pc:sldChg chg="add">
        <pc:chgData name="Emily Pegg" userId="S::emily.pegg@cnrl.com::f7c43992-f1a5-4bf9-b00a-c18b2d5bb1d7" providerId="AD" clId="Web-{09F7C88C-1437-2852-D253-A931E30FED61}" dt="2025-12-08T19:43:28.682" v="3"/>
        <pc:sldMkLst>
          <pc:docMk/>
          <pc:sldMk cId="33730644" sldId="331"/>
        </pc:sldMkLst>
      </pc:sldChg>
    </pc:docChg>
  </pc:docChgLst>
  <pc:docChgLst>
    <pc:chgData name="Wayne Green" userId="S::wayne.green@cnrl.com::1fb3c3b9-465d-4147-99ba-8324d8c77f7a" providerId="AD" clId="Web-{8695D6F4-783A-CB19-3CA2-C568E28E9D98}"/>
    <pc:docChg chg="addSld modSld">
      <pc:chgData name="Wayne Green" userId="S::wayne.green@cnrl.com::1fb3c3b9-465d-4147-99ba-8324d8c77f7a" providerId="AD" clId="Web-{8695D6F4-783A-CB19-3CA2-C568E28E9D98}" dt="2025-12-02T17:42:33.076" v="106" actId="20577"/>
      <pc:docMkLst>
        <pc:docMk/>
      </pc:docMkLst>
      <pc:sldChg chg="modSp">
        <pc:chgData name="Wayne Green" userId="S::wayne.green@cnrl.com::1fb3c3b9-465d-4147-99ba-8324d8c77f7a" providerId="AD" clId="Web-{8695D6F4-783A-CB19-3CA2-C568E28E9D98}" dt="2025-12-02T17:34:18.800" v="8" actId="20577"/>
        <pc:sldMkLst>
          <pc:docMk/>
          <pc:sldMk cId="83117042" sldId="290"/>
        </pc:sldMkLst>
        <pc:spChg chg="mod">
          <ac:chgData name="Wayne Green" userId="S::wayne.green@cnrl.com::1fb3c3b9-465d-4147-99ba-8324d8c77f7a" providerId="AD" clId="Web-{8695D6F4-783A-CB19-3CA2-C568E28E9D98}" dt="2025-12-02T17:34:18.800" v="8" actId="20577"/>
          <ac:spMkLst>
            <pc:docMk/>
            <pc:sldMk cId="83117042" sldId="290"/>
            <ac:spMk id="3" creationId="{80CAE357-D7CD-6D66-4698-04E73AA5E312}"/>
          </ac:spMkLst>
        </pc:spChg>
      </pc:sldChg>
      <pc:sldChg chg="modSp">
        <pc:chgData name="Wayne Green" userId="S::wayne.green@cnrl.com::1fb3c3b9-465d-4147-99ba-8324d8c77f7a" providerId="AD" clId="Web-{8695D6F4-783A-CB19-3CA2-C568E28E9D98}" dt="2025-12-02T17:34:11.768" v="7" actId="20577"/>
        <pc:sldMkLst>
          <pc:docMk/>
          <pc:sldMk cId="1212306359" sldId="292"/>
        </pc:sldMkLst>
        <pc:spChg chg="mod">
          <ac:chgData name="Wayne Green" userId="S::wayne.green@cnrl.com::1fb3c3b9-465d-4147-99ba-8324d8c77f7a" providerId="AD" clId="Web-{8695D6F4-783A-CB19-3CA2-C568E28E9D98}" dt="2025-12-02T17:34:11.768" v="7" actId="20577"/>
          <ac:spMkLst>
            <pc:docMk/>
            <pc:sldMk cId="1212306359" sldId="292"/>
            <ac:spMk id="3" creationId="{F323BAF7-9923-7D06-D59C-6D2DA67C06BD}"/>
          </ac:spMkLst>
        </pc:spChg>
      </pc:sldChg>
    </pc:docChg>
  </pc:docChgLst>
  <pc:docChgLst>
    <pc:chgData name="Wayne Green" userId="S::wayne.green@cnrl.com::1fb3c3b9-465d-4147-99ba-8324d8c77f7a" providerId="AD" clId="Web-{9947FC04-D434-C005-74E8-EE4C49A0CED9}"/>
    <pc:docChg chg="addSld delSld modSld">
      <pc:chgData name="Wayne Green" userId="S::wayne.green@cnrl.com::1fb3c3b9-465d-4147-99ba-8324d8c77f7a" providerId="AD" clId="Web-{9947FC04-D434-C005-74E8-EE4C49A0CED9}" dt="2025-12-02T18:10:20.675" v="383" actId="20577"/>
      <pc:docMkLst>
        <pc:docMk/>
      </pc:docMkLst>
      <pc:sldChg chg="addSp add del">
        <pc:chgData name="Wayne Green" userId="S::wayne.green@cnrl.com::1fb3c3b9-465d-4147-99ba-8324d8c77f7a" providerId="AD" clId="Web-{9947FC04-D434-C005-74E8-EE4C49A0CED9}" dt="2025-12-02T17:47:25.334" v="25"/>
        <pc:sldMkLst>
          <pc:docMk/>
          <pc:sldMk cId="83117042" sldId="290"/>
        </pc:sldMkLst>
        <pc:spChg chg="add">
          <ac:chgData name="Wayne Green" userId="S::wayne.green@cnrl.com::1fb3c3b9-465d-4147-99ba-8324d8c77f7a" providerId="AD" clId="Web-{9947FC04-D434-C005-74E8-EE4C49A0CED9}" dt="2025-12-02T17:47:25.334" v="25"/>
          <ac:spMkLst>
            <pc:docMk/>
            <pc:sldMk cId="83117042" sldId="290"/>
            <ac:spMk id="7" creationId="{A00BEACD-DFE0-DBE4-1BCC-BB8AE0976E69}"/>
          </ac:spMkLst>
        </pc:spChg>
      </pc:sldChg>
      <pc:sldChg chg="addSp modSp">
        <pc:chgData name="Wayne Green" userId="S::wayne.green@cnrl.com::1fb3c3b9-465d-4147-99ba-8324d8c77f7a" providerId="AD" clId="Web-{9947FC04-D434-C005-74E8-EE4C49A0CED9}" dt="2025-12-02T18:10:20.675" v="383" actId="20577"/>
        <pc:sldMkLst>
          <pc:docMk/>
          <pc:sldMk cId="1212306359" sldId="292"/>
        </pc:sldMkLst>
        <pc:spChg chg="mod">
          <ac:chgData name="Wayne Green" userId="S::wayne.green@cnrl.com::1fb3c3b9-465d-4147-99ba-8324d8c77f7a" providerId="AD" clId="Web-{9947FC04-D434-C005-74E8-EE4C49A0CED9}" dt="2025-12-02T17:53:06.750" v="140" actId="20577"/>
          <ac:spMkLst>
            <pc:docMk/>
            <pc:sldMk cId="1212306359" sldId="292"/>
            <ac:spMk id="3" creationId="{F323BAF7-9923-7D06-D59C-6D2DA67C06BD}"/>
          </ac:spMkLst>
        </pc:spChg>
        <pc:spChg chg="mod">
          <ac:chgData name="Wayne Green" userId="S::wayne.green@cnrl.com::1fb3c3b9-465d-4147-99ba-8324d8c77f7a" providerId="AD" clId="Web-{9947FC04-D434-C005-74E8-EE4C49A0CED9}" dt="2025-12-02T18:10:20.675" v="383" actId="20577"/>
          <ac:spMkLst>
            <pc:docMk/>
            <pc:sldMk cId="1212306359" sldId="292"/>
            <ac:spMk id="4" creationId="{073D82C7-D273-B4A4-BB27-EBB7E99E5578}"/>
          </ac:spMkLst>
        </pc:spChg>
        <pc:spChg chg="add mod">
          <ac:chgData name="Wayne Green" userId="S::wayne.green@cnrl.com::1fb3c3b9-465d-4147-99ba-8324d8c77f7a" providerId="AD" clId="Web-{9947FC04-D434-C005-74E8-EE4C49A0CED9}" dt="2025-12-02T17:53:11.422" v="147" actId="20577"/>
          <ac:spMkLst>
            <pc:docMk/>
            <pc:sldMk cId="1212306359" sldId="292"/>
            <ac:spMk id="7" creationId="{8A5F48ED-B248-A57A-4259-8AC2D021CBFA}"/>
          </ac:spMkLst>
        </pc:spChg>
      </pc:sldChg>
      <pc:sldChg chg="addSp modSp add">
        <pc:chgData name="Wayne Green" userId="S::wayne.green@cnrl.com::1fb3c3b9-465d-4147-99ba-8324d8c77f7a" providerId="AD" clId="Web-{9947FC04-D434-C005-74E8-EE4C49A0CED9}" dt="2025-12-02T17:46:35.162" v="16" actId="20577"/>
        <pc:sldMkLst>
          <pc:docMk/>
          <pc:sldMk cId="2886378167" sldId="321"/>
        </pc:sldMkLst>
        <pc:spChg chg="add mod">
          <ac:chgData name="Wayne Green" userId="S::wayne.green@cnrl.com::1fb3c3b9-465d-4147-99ba-8324d8c77f7a" providerId="AD" clId="Web-{9947FC04-D434-C005-74E8-EE4C49A0CED9}" dt="2025-12-02T17:46:35.162" v="16" actId="20577"/>
          <ac:spMkLst>
            <pc:docMk/>
            <pc:sldMk cId="2886378167" sldId="321"/>
            <ac:spMk id="7" creationId="{5E6FA200-EDEF-2FCA-EF05-8F69A9589BAA}"/>
          </ac:spMkLst>
        </pc:spChg>
      </pc:sldChg>
      <pc:sldChg chg="addSp delSp modSp add">
        <pc:chgData name="Wayne Green" userId="S::wayne.green@cnrl.com::1fb3c3b9-465d-4147-99ba-8324d8c77f7a" providerId="AD" clId="Web-{9947FC04-D434-C005-74E8-EE4C49A0CED9}" dt="2025-12-02T17:47:14.709" v="23"/>
        <pc:sldMkLst>
          <pc:docMk/>
          <pc:sldMk cId="1187825353" sldId="322"/>
        </pc:sldMkLst>
        <pc:spChg chg="add mod">
          <ac:chgData name="Wayne Green" userId="S::wayne.green@cnrl.com::1fb3c3b9-465d-4147-99ba-8324d8c77f7a" providerId="AD" clId="Web-{9947FC04-D434-C005-74E8-EE4C49A0CED9}" dt="2025-12-02T17:47:04.803" v="22"/>
          <ac:spMkLst>
            <pc:docMk/>
            <pc:sldMk cId="1187825353" sldId="322"/>
            <ac:spMk id="7" creationId="{D260AB4F-BA38-4576-8F85-F94BAF563B39}"/>
          </ac:spMkLst>
        </pc:spChg>
        <pc:spChg chg="add">
          <ac:chgData name="Wayne Green" userId="S::wayne.green@cnrl.com::1fb3c3b9-465d-4147-99ba-8324d8c77f7a" providerId="AD" clId="Web-{9947FC04-D434-C005-74E8-EE4C49A0CED9}" dt="2025-12-02T17:47:14.709" v="23"/>
          <ac:spMkLst>
            <pc:docMk/>
            <pc:sldMk cId="1187825353" sldId="322"/>
            <ac:spMk id="10" creationId="{BA1DC519-78FF-F29E-B638-5FB910911835}"/>
          </ac:spMkLst>
        </pc:spChg>
      </pc:sldChg>
      <pc:sldChg chg="addSp add">
        <pc:chgData name="Wayne Green" userId="S::wayne.green@cnrl.com::1fb3c3b9-465d-4147-99ba-8324d8c77f7a" providerId="AD" clId="Web-{9947FC04-D434-C005-74E8-EE4C49A0CED9}" dt="2025-12-02T17:47:25.287" v="24"/>
        <pc:sldMkLst>
          <pc:docMk/>
          <pc:sldMk cId="1561717412" sldId="323"/>
        </pc:sldMkLst>
        <pc:spChg chg="add">
          <ac:chgData name="Wayne Green" userId="S::wayne.green@cnrl.com::1fb3c3b9-465d-4147-99ba-8324d8c77f7a" providerId="AD" clId="Web-{9947FC04-D434-C005-74E8-EE4C49A0CED9}" dt="2025-12-02T17:47:25.287" v="24"/>
          <ac:spMkLst>
            <pc:docMk/>
            <pc:sldMk cId="1561717412" sldId="323"/>
            <ac:spMk id="7" creationId="{61E850A5-F597-8508-9728-5FA8B05D2D30}"/>
          </ac:spMkLst>
        </pc:spChg>
      </pc:sldChg>
      <pc:sldChg chg="addSp modSp add">
        <pc:chgData name="Wayne Green" userId="S::wayne.green@cnrl.com::1fb3c3b9-465d-4147-99ba-8324d8c77f7a" providerId="AD" clId="Web-{9947FC04-D434-C005-74E8-EE4C49A0CED9}" dt="2025-12-02T17:50:47.324" v="47" actId="20577"/>
        <pc:sldMkLst>
          <pc:docMk/>
          <pc:sldMk cId="3064346346" sldId="324"/>
        </pc:sldMkLst>
        <pc:spChg chg="mod">
          <ac:chgData name="Wayne Green" userId="S::wayne.green@cnrl.com::1fb3c3b9-465d-4147-99ba-8324d8c77f7a" providerId="AD" clId="Web-{9947FC04-D434-C005-74E8-EE4C49A0CED9}" dt="2025-12-02T17:49:41.790" v="31" actId="20577"/>
          <ac:spMkLst>
            <pc:docMk/>
            <pc:sldMk cId="3064346346" sldId="324"/>
            <ac:spMk id="3" creationId="{F323BAF7-9923-7D06-D59C-6D2DA67C06BD}"/>
          </ac:spMkLst>
        </pc:spChg>
        <pc:spChg chg="add mod">
          <ac:chgData name="Wayne Green" userId="S::wayne.green@cnrl.com::1fb3c3b9-465d-4147-99ba-8324d8c77f7a" providerId="AD" clId="Web-{9947FC04-D434-C005-74E8-EE4C49A0CED9}" dt="2025-12-02T17:50:47.324" v="47" actId="20577"/>
          <ac:spMkLst>
            <pc:docMk/>
            <pc:sldMk cId="3064346346" sldId="324"/>
            <ac:spMk id="7" creationId="{E23D9C0D-7C2D-B382-78C9-146C68DBA94C}"/>
          </ac:spMkLst>
        </pc:spChg>
      </pc:sldChg>
      <pc:sldChg chg="addSp modSp new">
        <pc:chgData name="Wayne Green" userId="S::wayne.green@cnrl.com::1fb3c3b9-465d-4147-99ba-8324d8c77f7a" providerId="AD" clId="Web-{9947FC04-D434-C005-74E8-EE4C49A0CED9}" dt="2025-12-02T18:03:34.211" v="318" actId="20577"/>
        <pc:sldMkLst>
          <pc:docMk/>
          <pc:sldMk cId="2914448848" sldId="325"/>
        </pc:sldMkLst>
        <pc:spChg chg="mod">
          <ac:chgData name="Wayne Green" userId="S::wayne.green@cnrl.com::1fb3c3b9-465d-4147-99ba-8324d8c77f7a" providerId="AD" clId="Web-{9947FC04-D434-C005-74E8-EE4C49A0CED9}" dt="2025-12-02T17:55:26.394" v="179" actId="20577"/>
          <ac:spMkLst>
            <pc:docMk/>
            <pc:sldMk cId="2914448848" sldId="325"/>
            <ac:spMk id="3" creationId="{C2C5113C-B889-C832-CD89-CB656B675B48}"/>
          </ac:spMkLst>
        </pc:spChg>
        <pc:spChg chg="mod">
          <ac:chgData name="Wayne Green" userId="S::wayne.green@cnrl.com::1fb3c3b9-465d-4147-99ba-8324d8c77f7a" providerId="AD" clId="Web-{9947FC04-D434-C005-74E8-EE4C49A0CED9}" dt="2025-12-02T18:03:34.211" v="318" actId="20577"/>
          <ac:spMkLst>
            <pc:docMk/>
            <pc:sldMk cId="2914448848" sldId="325"/>
            <ac:spMk id="4" creationId="{BC351096-7D2B-5CEB-7312-25BED4F5D7CE}"/>
          </ac:spMkLst>
        </pc:spChg>
        <pc:spChg chg="add mod">
          <ac:chgData name="Wayne Green" userId="S::wayne.green@cnrl.com::1fb3c3b9-465d-4147-99ba-8324d8c77f7a" providerId="AD" clId="Web-{9947FC04-D434-C005-74E8-EE4C49A0CED9}" dt="2025-12-02T17:58:32.552" v="240" actId="20577"/>
          <ac:spMkLst>
            <pc:docMk/>
            <pc:sldMk cId="2914448848" sldId="325"/>
            <ac:spMk id="7" creationId="{F835965B-92C8-DB2F-E348-32EB40B8B727}"/>
          </ac:spMkLst>
        </pc:spChg>
      </pc:sldChg>
      <pc:sldChg chg="addSp modSp new">
        <pc:chgData name="Wayne Green" userId="S::wayne.green@cnrl.com::1fb3c3b9-465d-4147-99ba-8324d8c77f7a" providerId="AD" clId="Web-{9947FC04-D434-C005-74E8-EE4C49A0CED9}" dt="2025-12-02T18:06:45.652" v="333"/>
        <pc:sldMkLst>
          <pc:docMk/>
          <pc:sldMk cId="2308754850" sldId="326"/>
        </pc:sldMkLst>
        <pc:spChg chg="mod">
          <ac:chgData name="Wayne Green" userId="S::wayne.green@cnrl.com::1fb3c3b9-465d-4147-99ba-8324d8c77f7a" providerId="AD" clId="Web-{9947FC04-D434-C005-74E8-EE4C49A0CED9}" dt="2025-12-02T18:05:27.290" v="322" actId="20577"/>
          <ac:spMkLst>
            <pc:docMk/>
            <pc:sldMk cId="2308754850" sldId="326"/>
            <ac:spMk id="3" creationId="{9E481D74-CBE0-315D-F919-63CE66EB94D4}"/>
          </ac:spMkLst>
        </pc:spChg>
        <pc:spChg chg="mod">
          <ac:chgData name="Wayne Green" userId="S::wayne.green@cnrl.com::1fb3c3b9-465d-4147-99ba-8324d8c77f7a" providerId="AD" clId="Web-{9947FC04-D434-C005-74E8-EE4C49A0CED9}" dt="2025-12-02T18:06:36.167" v="331" actId="20577"/>
          <ac:spMkLst>
            <pc:docMk/>
            <pc:sldMk cId="2308754850" sldId="326"/>
            <ac:spMk id="4" creationId="{0ED1C718-EBD6-79CF-B4F2-A1EB3A173DE8}"/>
          </ac:spMkLst>
        </pc:spChg>
        <pc:spChg chg="add">
          <ac:chgData name="Wayne Green" userId="S::wayne.green@cnrl.com::1fb3c3b9-465d-4147-99ba-8324d8c77f7a" providerId="AD" clId="Web-{9947FC04-D434-C005-74E8-EE4C49A0CED9}" dt="2025-12-02T18:06:45.652" v="333"/>
          <ac:spMkLst>
            <pc:docMk/>
            <pc:sldMk cId="2308754850" sldId="326"/>
            <ac:spMk id="6" creationId="{E110A601-D3DE-A236-11E3-AA0511D0EF8A}"/>
          </ac:spMkLst>
        </pc:spChg>
      </pc:sldChg>
      <pc:sldChg chg="modSp add replId">
        <pc:chgData name="Wayne Green" userId="S::wayne.green@cnrl.com::1fb3c3b9-465d-4147-99ba-8324d8c77f7a" providerId="AD" clId="Web-{9947FC04-D434-C005-74E8-EE4C49A0CED9}" dt="2025-12-02T18:09:18.079" v="368" actId="20577"/>
        <pc:sldMkLst>
          <pc:docMk/>
          <pc:sldMk cId="3533622789" sldId="327"/>
        </pc:sldMkLst>
        <pc:spChg chg="mod">
          <ac:chgData name="Wayne Green" userId="S::wayne.green@cnrl.com::1fb3c3b9-465d-4147-99ba-8324d8c77f7a" providerId="AD" clId="Web-{9947FC04-D434-C005-74E8-EE4C49A0CED9}" dt="2025-12-02T18:08:24.218" v="353" actId="20577"/>
          <ac:spMkLst>
            <pc:docMk/>
            <pc:sldMk cId="3533622789" sldId="327"/>
            <ac:spMk id="3" creationId="{D230C7B5-6206-CB3F-03AB-00D8B1419C27}"/>
          </ac:spMkLst>
        </pc:spChg>
        <pc:spChg chg="mod">
          <ac:chgData name="Wayne Green" userId="S::wayne.green@cnrl.com::1fb3c3b9-465d-4147-99ba-8324d8c77f7a" providerId="AD" clId="Web-{9947FC04-D434-C005-74E8-EE4C49A0CED9}" dt="2025-12-02T18:09:18.079" v="368" actId="20577"/>
          <ac:spMkLst>
            <pc:docMk/>
            <pc:sldMk cId="3533622789" sldId="327"/>
            <ac:spMk id="4" creationId="{84BAB402-6424-91BF-0B99-CBA4223CEF79}"/>
          </ac:spMkLst>
        </pc:spChg>
      </pc:sldChg>
    </pc:docChg>
  </pc:docChgLst>
  <pc:docChgLst>
    <pc:chgData name="Emily Pegg" userId="f7c43992-f1a5-4bf9-b00a-c18b2d5bb1d7" providerId="ADAL" clId="{BE5A23AC-D47B-4015-B31E-B8EF94F622F4}"/>
    <pc:docChg chg="undo custSel modSld">
      <pc:chgData name="Emily Pegg" userId="f7c43992-f1a5-4bf9-b00a-c18b2d5bb1d7" providerId="ADAL" clId="{BE5A23AC-D47B-4015-B31E-B8EF94F622F4}" dt="2025-12-10T16:12:02.093" v="924" actId="20577"/>
      <pc:docMkLst>
        <pc:docMk/>
      </pc:docMkLst>
      <pc:sldChg chg="addSp modSp mod modNotesTx">
        <pc:chgData name="Emily Pegg" userId="f7c43992-f1a5-4bf9-b00a-c18b2d5bb1d7" providerId="ADAL" clId="{BE5A23AC-D47B-4015-B31E-B8EF94F622F4}" dt="2025-12-09T22:29:51.685" v="800" actId="12"/>
        <pc:sldMkLst>
          <pc:docMk/>
          <pc:sldMk cId="1408539958" sldId="328"/>
        </pc:sldMkLst>
        <pc:spChg chg="mod">
          <ac:chgData name="Emily Pegg" userId="f7c43992-f1a5-4bf9-b00a-c18b2d5bb1d7" providerId="ADAL" clId="{BE5A23AC-D47B-4015-B31E-B8EF94F622F4}" dt="2025-12-09T22:29:51.685" v="800" actId="12"/>
          <ac:spMkLst>
            <pc:docMk/>
            <pc:sldMk cId="1408539958" sldId="328"/>
            <ac:spMk id="12" creationId="{A4E8578C-421E-998E-DFCD-F31573C39461}"/>
          </ac:spMkLst>
        </pc:spChg>
      </pc:sldChg>
      <pc:sldChg chg="addSp modSp mod modNotesTx">
        <pc:chgData name="Emily Pegg" userId="f7c43992-f1a5-4bf9-b00a-c18b2d5bb1d7" providerId="ADAL" clId="{BE5A23AC-D47B-4015-B31E-B8EF94F622F4}" dt="2025-12-09T22:44:07.581" v="821" actId="113"/>
        <pc:sldMkLst>
          <pc:docMk/>
          <pc:sldMk cId="1257442438" sldId="329"/>
        </pc:sldMkLst>
        <pc:spChg chg="mod">
          <ac:chgData name="Emily Pegg" userId="f7c43992-f1a5-4bf9-b00a-c18b2d5bb1d7" providerId="ADAL" clId="{BE5A23AC-D47B-4015-B31E-B8EF94F622F4}" dt="2025-12-09T22:44:07.581" v="821" actId="113"/>
          <ac:spMkLst>
            <pc:docMk/>
            <pc:sldMk cId="1257442438" sldId="329"/>
            <ac:spMk id="6" creationId="{978BAABE-C7EB-5C96-D028-D917F6B3776E}"/>
          </ac:spMkLst>
        </pc:spChg>
      </pc:sldChg>
      <pc:sldChg chg="modSp mod modNotesTx">
        <pc:chgData name="Emily Pegg" userId="f7c43992-f1a5-4bf9-b00a-c18b2d5bb1d7" providerId="ADAL" clId="{BE5A23AC-D47B-4015-B31E-B8EF94F622F4}" dt="2025-12-10T16:12:02.093" v="924" actId="20577"/>
        <pc:sldMkLst>
          <pc:docMk/>
          <pc:sldMk cId="2885939704" sldId="330"/>
        </pc:sldMkLst>
        <pc:spChg chg="mod">
          <ac:chgData name="Emily Pegg" userId="f7c43992-f1a5-4bf9-b00a-c18b2d5bb1d7" providerId="ADAL" clId="{BE5A23AC-D47B-4015-B31E-B8EF94F622F4}" dt="2025-12-09T21:40:33.920" v="538"/>
          <ac:spMkLst>
            <pc:docMk/>
            <pc:sldMk cId="2885939704" sldId="330"/>
            <ac:spMk id="3" creationId="{DE216874-A4D3-0E2D-0007-F88D13E70FAD}"/>
          </ac:spMkLst>
        </pc:spChg>
        <pc:spChg chg="mod">
          <ac:chgData name="Emily Pegg" userId="f7c43992-f1a5-4bf9-b00a-c18b2d5bb1d7" providerId="ADAL" clId="{BE5A23AC-D47B-4015-B31E-B8EF94F622F4}" dt="2025-12-10T15:14:47.321" v="832" actId="113"/>
          <ac:spMkLst>
            <pc:docMk/>
            <pc:sldMk cId="2885939704" sldId="330"/>
            <ac:spMk id="6" creationId="{39316C5E-8D32-EEF1-ED23-119843DF78C0}"/>
          </ac:spMkLst>
        </pc:spChg>
      </pc:sldChg>
      <pc:sldChg chg="addSp modSp mod modNotesTx">
        <pc:chgData name="Emily Pegg" userId="f7c43992-f1a5-4bf9-b00a-c18b2d5bb1d7" providerId="ADAL" clId="{BE5A23AC-D47B-4015-B31E-B8EF94F622F4}" dt="2025-12-10T16:10:26.148" v="923" actId="113"/>
        <pc:sldMkLst>
          <pc:docMk/>
          <pc:sldMk cId="33730644" sldId="331"/>
        </pc:sldMkLst>
        <pc:spChg chg="mod">
          <ac:chgData name="Emily Pegg" userId="f7c43992-f1a5-4bf9-b00a-c18b2d5bb1d7" providerId="ADAL" clId="{BE5A23AC-D47B-4015-B31E-B8EF94F622F4}" dt="2025-12-10T15:19:52.396" v="833"/>
          <ac:spMkLst>
            <pc:docMk/>
            <pc:sldMk cId="33730644" sldId="331"/>
            <ac:spMk id="3" creationId="{E1A0C80F-2E8A-3F8E-1EC1-9C962E3C9FFC}"/>
          </ac:spMkLst>
        </pc:spChg>
        <pc:spChg chg="mod">
          <ac:chgData name="Emily Pegg" userId="f7c43992-f1a5-4bf9-b00a-c18b2d5bb1d7" providerId="ADAL" clId="{BE5A23AC-D47B-4015-B31E-B8EF94F622F4}" dt="2025-12-10T16:10:26.148" v="923" actId="113"/>
          <ac:spMkLst>
            <pc:docMk/>
            <pc:sldMk cId="33730644" sldId="331"/>
            <ac:spMk id="6" creationId="{9E9D2B71-D46A-0396-DD81-8771F90BAB35}"/>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CF6266-4098-4ADC-87D0-95B9D695F23D}" type="doc">
      <dgm:prSet loTypeId="urn:microsoft.com/office/officeart/2005/8/layout/process1" loCatId="process" qsTypeId="urn:microsoft.com/office/officeart/2005/8/quickstyle/3d1" qsCatId="3D" csTypeId="urn:microsoft.com/office/officeart/2005/8/colors/accent1_2" csCatId="accent1" phldr="1"/>
      <dgm:spPr/>
      <dgm:t>
        <a:bodyPr/>
        <a:lstStyle/>
        <a:p>
          <a:endParaRPr lang="en-US"/>
        </a:p>
      </dgm:t>
    </dgm:pt>
    <dgm:pt modelId="{DCFF32F2-301D-41E1-9E0C-C08430838EF0}">
      <dgm:prSet phldrT="[Text]" phldr="0"/>
      <dgm:spPr>
        <a:gradFill rotWithShape="0">
          <a:gsLst>
            <a:gs pos="100000">
              <a:srgbClr val="00B050"/>
            </a:gs>
            <a:gs pos="100000">
              <a:schemeClr val="accent1">
                <a:hueOff val="0"/>
                <a:satOff val="0"/>
                <a:lumOff val="0"/>
                <a:alphaOff val="0"/>
                <a:tint val="50000"/>
                <a:shade val="100000"/>
                <a:satMod val="350000"/>
              </a:schemeClr>
            </a:gs>
          </a:gsLst>
        </a:gradFill>
      </dgm:spPr>
      <dgm:t>
        <a:bodyPr/>
        <a:lstStyle/>
        <a:p>
          <a:r>
            <a:rPr lang="en-US" dirty="0"/>
            <a:t>Feb 2023 Kickoff</a:t>
          </a:r>
        </a:p>
      </dgm:t>
    </dgm:pt>
    <dgm:pt modelId="{976A59B3-379B-4102-ABF8-648B62EC83BE}" type="parTrans" cxnId="{1D1F33EB-C2FC-4F1C-837A-4C644D2A420F}">
      <dgm:prSet/>
      <dgm:spPr/>
      <dgm:t>
        <a:bodyPr/>
        <a:lstStyle/>
        <a:p>
          <a:endParaRPr lang="en-US"/>
        </a:p>
      </dgm:t>
    </dgm:pt>
    <dgm:pt modelId="{3BA0E63B-6400-4581-B4C3-5DCF045F3D2E}" type="sibTrans" cxnId="{1D1F33EB-C2FC-4F1C-837A-4C644D2A420F}">
      <dgm:prSet/>
      <dgm:spPr/>
      <dgm:t>
        <a:bodyPr/>
        <a:lstStyle/>
        <a:p>
          <a:endParaRPr lang="en-US"/>
        </a:p>
      </dgm:t>
    </dgm:pt>
    <dgm:pt modelId="{81D4D69A-538F-4BAC-A803-55288F2D0E20}">
      <dgm:prSet phldrT="[Text]" phldr="0"/>
      <dgm:spPr>
        <a:gradFill rotWithShape="0">
          <a:gsLst>
            <a:gs pos="100000">
              <a:srgbClr val="00B050"/>
            </a:gs>
            <a:gs pos="100000">
              <a:schemeClr val="accent1">
                <a:hueOff val="0"/>
                <a:satOff val="0"/>
                <a:lumOff val="0"/>
                <a:alphaOff val="0"/>
                <a:tint val="50000"/>
                <a:shade val="100000"/>
                <a:satMod val="350000"/>
              </a:schemeClr>
            </a:gs>
          </a:gsLst>
        </a:gradFill>
      </dgm:spPr>
      <dgm:t>
        <a:bodyPr/>
        <a:lstStyle/>
        <a:p>
          <a:r>
            <a:rPr lang="en-US" dirty="0"/>
            <a:t>Feb 2025 Prod</a:t>
          </a:r>
        </a:p>
      </dgm:t>
    </dgm:pt>
    <dgm:pt modelId="{6BF80C3A-064F-444C-9378-F286CD9007C8}" type="parTrans" cxnId="{61E46124-25A5-481F-9976-60CC4616DE95}">
      <dgm:prSet/>
      <dgm:spPr/>
      <dgm:t>
        <a:bodyPr/>
        <a:lstStyle/>
        <a:p>
          <a:endParaRPr lang="en-US"/>
        </a:p>
      </dgm:t>
    </dgm:pt>
    <dgm:pt modelId="{D5763809-6EFE-4C50-855E-D0161E39A415}" type="sibTrans" cxnId="{61E46124-25A5-481F-9976-60CC4616DE95}">
      <dgm:prSet/>
      <dgm:spPr/>
      <dgm:t>
        <a:bodyPr/>
        <a:lstStyle/>
        <a:p>
          <a:endParaRPr lang="en-US"/>
        </a:p>
      </dgm:t>
    </dgm:pt>
    <dgm:pt modelId="{4B255482-5DC6-4813-B9BD-EF5D9DD91DEF}">
      <dgm:prSet phldrT="[Text]" phldr="0"/>
      <dgm:spPr>
        <a:gradFill rotWithShape="0">
          <a:gsLst>
            <a:gs pos="100000">
              <a:srgbClr val="F2EE32"/>
            </a:gs>
            <a:gs pos="100000">
              <a:schemeClr val="accent1">
                <a:hueOff val="0"/>
                <a:satOff val="0"/>
                <a:lumOff val="0"/>
                <a:alphaOff val="0"/>
                <a:tint val="50000"/>
                <a:shade val="100000"/>
                <a:satMod val="350000"/>
              </a:schemeClr>
            </a:gs>
          </a:gsLst>
        </a:gradFill>
      </dgm:spPr>
      <dgm:t>
        <a:bodyPr/>
        <a:lstStyle/>
        <a:p>
          <a:r>
            <a:rPr lang="en-US" dirty="0">
              <a:solidFill>
                <a:schemeClr val="tx1"/>
              </a:solidFill>
            </a:rPr>
            <a:t>Jan 2026 Vendors</a:t>
          </a:r>
        </a:p>
      </dgm:t>
    </dgm:pt>
    <dgm:pt modelId="{CD13E43D-9E14-400F-8EFD-AF7EAE976826}" type="parTrans" cxnId="{19FB1AF3-FD16-4A50-BDC8-ABC3F14FBA91}">
      <dgm:prSet/>
      <dgm:spPr/>
      <dgm:t>
        <a:bodyPr/>
        <a:lstStyle/>
        <a:p>
          <a:endParaRPr lang="en-US"/>
        </a:p>
      </dgm:t>
    </dgm:pt>
    <dgm:pt modelId="{D8CB3E8A-B770-48E6-9D95-4C6E1A2802A1}" type="sibTrans" cxnId="{19FB1AF3-FD16-4A50-BDC8-ABC3F14FBA91}">
      <dgm:prSet/>
      <dgm:spPr/>
      <dgm:t>
        <a:bodyPr/>
        <a:lstStyle/>
        <a:p>
          <a:endParaRPr lang="en-US"/>
        </a:p>
      </dgm:t>
    </dgm:pt>
    <dgm:pt modelId="{A2E11A73-1019-4122-9466-AA08E1CF0A98}">
      <dgm:prSet/>
      <dgm:spPr/>
      <dgm:t>
        <a:bodyPr/>
        <a:lstStyle/>
        <a:p>
          <a:r>
            <a:rPr lang="en-US" dirty="0"/>
            <a:t>Mar 2026 Complete</a:t>
          </a:r>
        </a:p>
      </dgm:t>
    </dgm:pt>
    <dgm:pt modelId="{3887DC9D-3211-4A4B-9348-DDF127C43729}" type="parTrans" cxnId="{D3273622-7A22-430A-8420-FD267BF6A228}">
      <dgm:prSet/>
      <dgm:spPr/>
      <dgm:t>
        <a:bodyPr/>
        <a:lstStyle/>
        <a:p>
          <a:endParaRPr lang="en-US"/>
        </a:p>
      </dgm:t>
    </dgm:pt>
    <dgm:pt modelId="{AF139B84-3D03-44E0-ADFB-4ADB4C79668D}" type="sibTrans" cxnId="{D3273622-7A22-430A-8420-FD267BF6A228}">
      <dgm:prSet/>
      <dgm:spPr/>
      <dgm:t>
        <a:bodyPr/>
        <a:lstStyle/>
        <a:p>
          <a:endParaRPr lang="en-US"/>
        </a:p>
      </dgm:t>
    </dgm:pt>
    <dgm:pt modelId="{ADEFBE20-510B-4A5B-BE3A-90A7736865BA}" type="pres">
      <dgm:prSet presAssocID="{BACF6266-4098-4ADC-87D0-95B9D695F23D}" presName="Name0" presStyleCnt="0">
        <dgm:presLayoutVars>
          <dgm:dir/>
          <dgm:resizeHandles val="exact"/>
        </dgm:presLayoutVars>
      </dgm:prSet>
      <dgm:spPr/>
    </dgm:pt>
    <dgm:pt modelId="{88177047-6564-4F77-9EF1-C37341BCBD52}" type="pres">
      <dgm:prSet presAssocID="{DCFF32F2-301D-41E1-9E0C-C08430838EF0}" presName="node" presStyleLbl="node1" presStyleIdx="0" presStyleCnt="4">
        <dgm:presLayoutVars>
          <dgm:bulletEnabled val="1"/>
        </dgm:presLayoutVars>
      </dgm:prSet>
      <dgm:spPr/>
    </dgm:pt>
    <dgm:pt modelId="{AFE300A3-E8AB-40B3-AF4A-1A4A48ED1324}" type="pres">
      <dgm:prSet presAssocID="{3BA0E63B-6400-4581-B4C3-5DCF045F3D2E}" presName="sibTrans" presStyleLbl="sibTrans2D1" presStyleIdx="0" presStyleCnt="3"/>
      <dgm:spPr/>
    </dgm:pt>
    <dgm:pt modelId="{579A3201-31A3-4289-AA7B-CB371252E214}" type="pres">
      <dgm:prSet presAssocID="{3BA0E63B-6400-4581-B4C3-5DCF045F3D2E}" presName="connectorText" presStyleLbl="sibTrans2D1" presStyleIdx="0" presStyleCnt="3"/>
      <dgm:spPr/>
    </dgm:pt>
    <dgm:pt modelId="{CB7E8159-46EB-46F7-8EDD-132C309804F9}" type="pres">
      <dgm:prSet presAssocID="{81D4D69A-538F-4BAC-A803-55288F2D0E20}" presName="node" presStyleLbl="node1" presStyleIdx="1" presStyleCnt="4">
        <dgm:presLayoutVars>
          <dgm:bulletEnabled val="1"/>
        </dgm:presLayoutVars>
      </dgm:prSet>
      <dgm:spPr/>
    </dgm:pt>
    <dgm:pt modelId="{93251447-C2E5-40DB-8285-F7C02124ED39}" type="pres">
      <dgm:prSet presAssocID="{D5763809-6EFE-4C50-855E-D0161E39A415}" presName="sibTrans" presStyleLbl="sibTrans2D1" presStyleIdx="1" presStyleCnt="3"/>
      <dgm:spPr/>
    </dgm:pt>
    <dgm:pt modelId="{6272D1C9-9A1A-46B3-91F1-A043F12525E3}" type="pres">
      <dgm:prSet presAssocID="{D5763809-6EFE-4C50-855E-D0161E39A415}" presName="connectorText" presStyleLbl="sibTrans2D1" presStyleIdx="1" presStyleCnt="3"/>
      <dgm:spPr/>
    </dgm:pt>
    <dgm:pt modelId="{ACF19563-1F13-4BE8-8F2E-CF5BC23619D1}" type="pres">
      <dgm:prSet presAssocID="{4B255482-5DC6-4813-B9BD-EF5D9DD91DEF}" presName="node" presStyleLbl="node1" presStyleIdx="2" presStyleCnt="4">
        <dgm:presLayoutVars>
          <dgm:bulletEnabled val="1"/>
        </dgm:presLayoutVars>
      </dgm:prSet>
      <dgm:spPr/>
    </dgm:pt>
    <dgm:pt modelId="{4E481A8D-3F21-4613-9F77-5F536633294A}" type="pres">
      <dgm:prSet presAssocID="{D8CB3E8A-B770-48E6-9D95-4C6E1A2802A1}" presName="sibTrans" presStyleLbl="sibTrans2D1" presStyleIdx="2" presStyleCnt="3"/>
      <dgm:spPr/>
    </dgm:pt>
    <dgm:pt modelId="{EB4DD575-ED2D-4C59-A679-EE1C02372B4E}" type="pres">
      <dgm:prSet presAssocID="{D8CB3E8A-B770-48E6-9D95-4C6E1A2802A1}" presName="connectorText" presStyleLbl="sibTrans2D1" presStyleIdx="2" presStyleCnt="3"/>
      <dgm:spPr/>
    </dgm:pt>
    <dgm:pt modelId="{5E0FC2B3-51DB-4D6B-B146-90995F903E78}" type="pres">
      <dgm:prSet presAssocID="{A2E11A73-1019-4122-9466-AA08E1CF0A98}" presName="node" presStyleLbl="node1" presStyleIdx="3" presStyleCnt="4">
        <dgm:presLayoutVars>
          <dgm:bulletEnabled val="1"/>
        </dgm:presLayoutVars>
      </dgm:prSet>
      <dgm:spPr/>
    </dgm:pt>
  </dgm:ptLst>
  <dgm:cxnLst>
    <dgm:cxn modelId="{61F6070B-515E-4006-97CC-1AEC26CF42D5}" type="presOf" srcId="{A2E11A73-1019-4122-9466-AA08E1CF0A98}" destId="{5E0FC2B3-51DB-4D6B-B146-90995F903E78}" srcOrd="0" destOrd="0" presId="urn:microsoft.com/office/officeart/2005/8/layout/process1"/>
    <dgm:cxn modelId="{916F5317-BB56-455D-9E7C-4AC8BB9E79D6}" type="presOf" srcId="{3BA0E63B-6400-4581-B4C3-5DCF045F3D2E}" destId="{AFE300A3-E8AB-40B3-AF4A-1A4A48ED1324}" srcOrd="0" destOrd="0" presId="urn:microsoft.com/office/officeart/2005/8/layout/process1"/>
    <dgm:cxn modelId="{D3273622-7A22-430A-8420-FD267BF6A228}" srcId="{BACF6266-4098-4ADC-87D0-95B9D695F23D}" destId="{A2E11A73-1019-4122-9466-AA08E1CF0A98}" srcOrd="3" destOrd="0" parTransId="{3887DC9D-3211-4A4B-9348-DDF127C43729}" sibTransId="{AF139B84-3D03-44E0-ADFB-4ADB4C79668D}"/>
    <dgm:cxn modelId="{61E46124-25A5-481F-9976-60CC4616DE95}" srcId="{BACF6266-4098-4ADC-87D0-95B9D695F23D}" destId="{81D4D69A-538F-4BAC-A803-55288F2D0E20}" srcOrd="1" destOrd="0" parTransId="{6BF80C3A-064F-444C-9378-F286CD9007C8}" sibTransId="{D5763809-6EFE-4C50-855E-D0161E39A415}"/>
    <dgm:cxn modelId="{C67DC65C-CF45-4E6C-9104-9946F37EADE5}" type="presOf" srcId="{DCFF32F2-301D-41E1-9E0C-C08430838EF0}" destId="{88177047-6564-4F77-9EF1-C37341BCBD52}" srcOrd="0" destOrd="0" presId="urn:microsoft.com/office/officeart/2005/8/layout/process1"/>
    <dgm:cxn modelId="{3C683A7C-B663-43FF-9B54-484B9119570E}" type="presOf" srcId="{D8CB3E8A-B770-48E6-9D95-4C6E1A2802A1}" destId="{4E481A8D-3F21-4613-9F77-5F536633294A}" srcOrd="0" destOrd="0" presId="urn:microsoft.com/office/officeart/2005/8/layout/process1"/>
    <dgm:cxn modelId="{62141288-404E-4533-A3C2-4EB28CD2552A}" type="presOf" srcId="{3BA0E63B-6400-4581-B4C3-5DCF045F3D2E}" destId="{579A3201-31A3-4289-AA7B-CB371252E214}" srcOrd="1" destOrd="0" presId="urn:microsoft.com/office/officeart/2005/8/layout/process1"/>
    <dgm:cxn modelId="{81E1E099-2C08-4B65-BC31-94148918897F}" type="presOf" srcId="{4B255482-5DC6-4813-B9BD-EF5D9DD91DEF}" destId="{ACF19563-1F13-4BE8-8F2E-CF5BC23619D1}" srcOrd="0" destOrd="0" presId="urn:microsoft.com/office/officeart/2005/8/layout/process1"/>
    <dgm:cxn modelId="{B837509F-6B7A-4AED-BF48-27EA0891BE3B}" type="presOf" srcId="{81D4D69A-538F-4BAC-A803-55288F2D0E20}" destId="{CB7E8159-46EB-46F7-8EDD-132C309804F9}" srcOrd="0" destOrd="0" presId="urn:microsoft.com/office/officeart/2005/8/layout/process1"/>
    <dgm:cxn modelId="{2C5A6EA5-4059-416A-8085-7BD4836AED76}" type="presOf" srcId="{BACF6266-4098-4ADC-87D0-95B9D695F23D}" destId="{ADEFBE20-510B-4A5B-BE3A-90A7736865BA}" srcOrd="0" destOrd="0" presId="urn:microsoft.com/office/officeart/2005/8/layout/process1"/>
    <dgm:cxn modelId="{A9A407E7-8D26-4B79-A9D0-0BC5B4D92B29}" type="presOf" srcId="{D8CB3E8A-B770-48E6-9D95-4C6E1A2802A1}" destId="{EB4DD575-ED2D-4C59-A679-EE1C02372B4E}" srcOrd="1" destOrd="0" presId="urn:microsoft.com/office/officeart/2005/8/layout/process1"/>
    <dgm:cxn modelId="{1D1F33EB-C2FC-4F1C-837A-4C644D2A420F}" srcId="{BACF6266-4098-4ADC-87D0-95B9D695F23D}" destId="{DCFF32F2-301D-41E1-9E0C-C08430838EF0}" srcOrd="0" destOrd="0" parTransId="{976A59B3-379B-4102-ABF8-648B62EC83BE}" sibTransId="{3BA0E63B-6400-4581-B4C3-5DCF045F3D2E}"/>
    <dgm:cxn modelId="{69F12BEE-B1EF-42CE-8B5D-D46E88B6F887}" type="presOf" srcId="{D5763809-6EFE-4C50-855E-D0161E39A415}" destId="{6272D1C9-9A1A-46B3-91F1-A043F12525E3}" srcOrd="1" destOrd="0" presId="urn:microsoft.com/office/officeart/2005/8/layout/process1"/>
    <dgm:cxn modelId="{19FB1AF3-FD16-4A50-BDC8-ABC3F14FBA91}" srcId="{BACF6266-4098-4ADC-87D0-95B9D695F23D}" destId="{4B255482-5DC6-4813-B9BD-EF5D9DD91DEF}" srcOrd="2" destOrd="0" parTransId="{CD13E43D-9E14-400F-8EFD-AF7EAE976826}" sibTransId="{D8CB3E8A-B770-48E6-9D95-4C6E1A2802A1}"/>
    <dgm:cxn modelId="{A6AD79F8-A61D-498F-B5B3-0275ED66DD3C}" type="presOf" srcId="{D5763809-6EFE-4C50-855E-D0161E39A415}" destId="{93251447-C2E5-40DB-8285-F7C02124ED39}" srcOrd="0" destOrd="0" presId="urn:microsoft.com/office/officeart/2005/8/layout/process1"/>
    <dgm:cxn modelId="{F104F904-EADF-4FB4-9A80-E252B6C6043B}" type="presParOf" srcId="{ADEFBE20-510B-4A5B-BE3A-90A7736865BA}" destId="{88177047-6564-4F77-9EF1-C37341BCBD52}" srcOrd="0" destOrd="0" presId="urn:microsoft.com/office/officeart/2005/8/layout/process1"/>
    <dgm:cxn modelId="{B1A390F1-2731-4643-BF51-6ABD7A51A740}" type="presParOf" srcId="{ADEFBE20-510B-4A5B-BE3A-90A7736865BA}" destId="{AFE300A3-E8AB-40B3-AF4A-1A4A48ED1324}" srcOrd="1" destOrd="0" presId="urn:microsoft.com/office/officeart/2005/8/layout/process1"/>
    <dgm:cxn modelId="{871910E7-C36D-4E8F-9004-3977FC32D994}" type="presParOf" srcId="{AFE300A3-E8AB-40B3-AF4A-1A4A48ED1324}" destId="{579A3201-31A3-4289-AA7B-CB371252E214}" srcOrd="0" destOrd="0" presId="urn:microsoft.com/office/officeart/2005/8/layout/process1"/>
    <dgm:cxn modelId="{5E07AEFA-E0EC-4ABF-A1E7-A348BE80378A}" type="presParOf" srcId="{ADEFBE20-510B-4A5B-BE3A-90A7736865BA}" destId="{CB7E8159-46EB-46F7-8EDD-132C309804F9}" srcOrd="2" destOrd="0" presId="urn:microsoft.com/office/officeart/2005/8/layout/process1"/>
    <dgm:cxn modelId="{B7EFF119-00AA-495C-ACE2-3F17E2C618A6}" type="presParOf" srcId="{ADEFBE20-510B-4A5B-BE3A-90A7736865BA}" destId="{93251447-C2E5-40DB-8285-F7C02124ED39}" srcOrd="3" destOrd="0" presId="urn:microsoft.com/office/officeart/2005/8/layout/process1"/>
    <dgm:cxn modelId="{D065CDA4-A877-4824-BBAF-4FF877EEA722}" type="presParOf" srcId="{93251447-C2E5-40DB-8285-F7C02124ED39}" destId="{6272D1C9-9A1A-46B3-91F1-A043F12525E3}" srcOrd="0" destOrd="0" presId="urn:microsoft.com/office/officeart/2005/8/layout/process1"/>
    <dgm:cxn modelId="{8A787985-60A9-46D1-AD63-2746E1679ECE}" type="presParOf" srcId="{ADEFBE20-510B-4A5B-BE3A-90A7736865BA}" destId="{ACF19563-1F13-4BE8-8F2E-CF5BC23619D1}" srcOrd="4" destOrd="0" presId="urn:microsoft.com/office/officeart/2005/8/layout/process1"/>
    <dgm:cxn modelId="{9F9F4BE9-7EAF-4F8A-9C19-5377C959C007}" type="presParOf" srcId="{ADEFBE20-510B-4A5B-BE3A-90A7736865BA}" destId="{4E481A8D-3F21-4613-9F77-5F536633294A}" srcOrd="5" destOrd="0" presId="urn:microsoft.com/office/officeart/2005/8/layout/process1"/>
    <dgm:cxn modelId="{2DDD115B-7738-4E22-B032-B6CFAD442D2A}" type="presParOf" srcId="{4E481A8D-3F21-4613-9F77-5F536633294A}" destId="{EB4DD575-ED2D-4C59-A679-EE1C02372B4E}" srcOrd="0" destOrd="0" presId="urn:microsoft.com/office/officeart/2005/8/layout/process1"/>
    <dgm:cxn modelId="{7E40680E-1065-42D4-B224-8A7F0BF7E6FC}" type="presParOf" srcId="{ADEFBE20-510B-4A5B-BE3A-90A7736865BA}" destId="{5E0FC2B3-51DB-4D6B-B146-90995F903E78}"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177047-6564-4F77-9EF1-C37341BCBD52}">
      <dsp:nvSpPr>
        <dsp:cNvPr id="0" name=""/>
        <dsp:cNvSpPr/>
      </dsp:nvSpPr>
      <dsp:spPr>
        <a:xfrm>
          <a:off x="2316" y="150890"/>
          <a:ext cx="1012888" cy="607733"/>
        </a:xfrm>
        <a:prstGeom prst="roundRect">
          <a:avLst>
            <a:gd name="adj" fmla="val 10000"/>
          </a:avLst>
        </a:prstGeom>
        <a:gradFill rotWithShape="0">
          <a:gsLst>
            <a:gs pos="100000">
              <a:srgbClr val="00B050"/>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Feb 2023 Kickoff</a:t>
          </a:r>
        </a:p>
      </dsp:txBody>
      <dsp:txXfrm>
        <a:off x="20116" y="168690"/>
        <a:ext cx="977288" cy="572133"/>
      </dsp:txXfrm>
    </dsp:sp>
    <dsp:sp modelId="{AFE300A3-E8AB-40B3-AF4A-1A4A48ED1324}">
      <dsp:nvSpPr>
        <dsp:cNvPr id="0" name=""/>
        <dsp:cNvSpPr/>
      </dsp:nvSpPr>
      <dsp:spPr>
        <a:xfrm>
          <a:off x="1116494" y="329158"/>
          <a:ext cx="214732" cy="251196"/>
        </a:xfrm>
        <a:prstGeom prst="rightArrow">
          <a:avLst>
            <a:gd name="adj1" fmla="val 60000"/>
            <a:gd name="adj2" fmla="val 50000"/>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116494" y="379397"/>
        <a:ext cx="150312" cy="150718"/>
      </dsp:txXfrm>
    </dsp:sp>
    <dsp:sp modelId="{CB7E8159-46EB-46F7-8EDD-132C309804F9}">
      <dsp:nvSpPr>
        <dsp:cNvPr id="0" name=""/>
        <dsp:cNvSpPr/>
      </dsp:nvSpPr>
      <dsp:spPr>
        <a:xfrm>
          <a:off x="1420360" y="150890"/>
          <a:ext cx="1012888" cy="607733"/>
        </a:xfrm>
        <a:prstGeom prst="roundRect">
          <a:avLst>
            <a:gd name="adj" fmla="val 10000"/>
          </a:avLst>
        </a:prstGeom>
        <a:gradFill rotWithShape="0">
          <a:gsLst>
            <a:gs pos="100000">
              <a:srgbClr val="00B050"/>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Feb 2025 Prod</a:t>
          </a:r>
        </a:p>
      </dsp:txBody>
      <dsp:txXfrm>
        <a:off x="1438160" y="168690"/>
        <a:ext cx="977288" cy="572133"/>
      </dsp:txXfrm>
    </dsp:sp>
    <dsp:sp modelId="{93251447-C2E5-40DB-8285-F7C02124ED39}">
      <dsp:nvSpPr>
        <dsp:cNvPr id="0" name=""/>
        <dsp:cNvSpPr/>
      </dsp:nvSpPr>
      <dsp:spPr>
        <a:xfrm>
          <a:off x="2534538" y="329158"/>
          <a:ext cx="214732" cy="251196"/>
        </a:xfrm>
        <a:prstGeom prst="rightArrow">
          <a:avLst>
            <a:gd name="adj1" fmla="val 60000"/>
            <a:gd name="adj2" fmla="val 50000"/>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2534538" y="379397"/>
        <a:ext cx="150312" cy="150718"/>
      </dsp:txXfrm>
    </dsp:sp>
    <dsp:sp modelId="{ACF19563-1F13-4BE8-8F2E-CF5BC23619D1}">
      <dsp:nvSpPr>
        <dsp:cNvPr id="0" name=""/>
        <dsp:cNvSpPr/>
      </dsp:nvSpPr>
      <dsp:spPr>
        <a:xfrm>
          <a:off x="2838404" y="150890"/>
          <a:ext cx="1012888" cy="607733"/>
        </a:xfrm>
        <a:prstGeom prst="roundRect">
          <a:avLst>
            <a:gd name="adj" fmla="val 10000"/>
          </a:avLst>
        </a:prstGeom>
        <a:gradFill rotWithShape="0">
          <a:gsLst>
            <a:gs pos="100000">
              <a:srgbClr val="F2EE32"/>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tx1"/>
              </a:solidFill>
            </a:rPr>
            <a:t>Jan 2026 Vendors</a:t>
          </a:r>
        </a:p>
      </dsp:txBody>
      <dsp:txXfrm>
        <a:off x="2856204" y="168690"/>
        <a:ext cx="977288" cy="572133"/>
      </dsp:txXfrm>
    </dsp:sp>
    <dsp:sp modelId="{4E481A8D-3F21-4613-9F77-5F536633294A}">
      <dsp:nvSpPr>
        <dsp:cNvPr id="0" name=""/>
        <dsp:cNvSpPr/>
      </dsp:nvSpPr>
      <dsp:spPr>
        <a:xfrm>
          <a:off x="3952582" y="329158"/>
          <a:ext cx="214732" cy="251196"/>
        </a:xfrm>
        <a:prstGeom prst="rightArrow">
          <a:avLst>
            <a:gd name="adj1" fmla="val 60000"/>
            <a:gd name="adj2" fmla="val 50000"/>
          </a:avLst>
        </a:prstGeom>
        <a:gradFill rotWithShape="0">
          <a:gsLst>
            <a:gs pos="0">
              <a:schemeClr val="accent1">
                <a:tint val="60000"/>
                <a:hueOff val="0"/>
                <a:satOff val="0"/>
                <a:lumOff val="0"/>
                <a:alphaOff val="0"/>
                <a:tint val="100000"/>
                <a:shade val="100000"/>
                <a:satMod val="130000"/>
              </a:schemeClr>
            </a:gs>
            <a:gs pos="100000">
              <a:schemeClr val="accent1">
                <a:tint val="6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3952582" y="379397"/>
        <a:ext cx="150312" cy="150718"/>
      </dsp:txXfrm>
    </dsp:sp>
    <dsp:sp modelId="{5E0FC2B3-51DB-4D6B-B146-90995F903E78}">
      <dsp:nvSpPr>
        <dsp:cNvPr id="0" name=""/>
        <dsp:cNvSpPr/>
      </dsp:nvSpPr>
      <dsp:spPr>
        <a:xfrm>
          <a:off x="4256448" y="150890"/>
          <a:ext cx="1012888" cy="607733"/>
        </a:xfrm>
        <a:prstGeom prst="roundRect">
          <a:avLst>
            <a:gd name="adj" fmla="val 1000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Mar 2026 Complete</a:t>
          </a:r>
        </a:p>
      </dsp:txBody>
      <dsp:txXfrm>
        <a:off x="4274248" y="168690"/>
        <a:ext cx="977288" cy="572133"/>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5"/>
            <a:ext cx="3365236" cy="465455"/>
          </a:xfrm>
          <a:prstGeom prst="rect">
            <a:avLst/>
          </a:prstGeom>
        </p:spPr>
        <p:txBody>
          <a:bodyPr vert="horz" lIns="230873" tIns="0" rIns="97579" bIns="48786" rtlCol="0" anchor="ctr" anchorCtr="0"/>
          <a:lstStyle>
            <a:lvl1pPr algn="l">
              <a:defRPr sz="1300"/>
            </a:lvl1pPr>
          </a:lstStyle>
          <a:p>
            <a:r>
              <a:rPr lang="en-US" sz="1000">
                <a:solidFill>
                  <a:schemeClr val="tx1">
                    <a:lumMod val="65000"/>
                    <a:lumOff val="35000"/>
                  </a:schemeClr>
                </a:solidFill>
                <a:ea typeface="Arial Unicode MS" pitchFamily="34" charset="-128"/>
                <a:cs typeface="Arial Unicode MS" pitchFamily="34" charset="-128"/>
              </a:rPr>
              <a:t>Canadian Natural Resources Limited</a:t>
            </a:r>
          </a:p>
        </p:txBody>
      </p:sp>
      <p:sp>
        <p:nvSpPr>
          <p:cNvPr id="3" name="Date Placeholder 2"/>
          <p:cNvSpPr>
            <a:spLocks noGrp="1"/>
          </p:cNvSpPr>
          <p:nvPr>
            <p:ph type="dt" sz="quarter" idx="1"/>
          </p:nvPr>
        </p:nvSpPr>
        <p:spPr>
          <a:xfrm>
            <a:off x="3978135" y="5"/>
            <a:ext cx="3043342" cy="465455"/>
          </a:xfrm>
          <a:prstGeom prst="rect">
            <a:avLst/>
          </a:prstGeom>
        </p:spPr>
        <p:txBody>
          <a:bodyPr vert="horz" lIns="101583" tIns="0" rIns="230873" bIns="48786" rtlCol="0" anchor="ctr" anchorCtr="0"/>
          <a:lstStyle>
            <a:lvl1pPr algn="r">
              <a:defRPr sz="1300"/>
            </a:lvl1pPr>
          </a:lstStyle>
          <a:p>
            <a:r>
              <a:rPr lang="en-US" sz="1000">
                <a:solidFill>
                  <a:schemeClr val="tx1">
                    <a:lumMod val="65000"/>
                    <a:lumOff val="35000"/>
                  </a:schemeClr>
                </a:solidFill>
                <a:ea typeface="Arial Unicode MS" pitchFamily="34" charset="-128"/>
              </a:rPr>
              <a:t>November 2023</a:t>
            </a:r>
            <a:endParaRPr lang="en-US" sz="1000">
              <a:solidFill>
                <a:schemeClr val="tx1">
                  <a:lumMod val="65000"/>
                  <a:lumOff val="35000"/>
                </a:schemeClr>
              </a:solidFill>
              <a:ea typeface="Arial Unicode MS" pitchFamily="34" charset="-128"/>
              <a:cs typeface="Arial Unicode MS" pitchFamily="34" charset="-128"/>
            </a:endParaRPr>
          </a:p>
        </p:txBody>
      </p:sp>
      <p:sp>
        <p:nvSpPr>
          <p:cNvPr id="5" name="Slide Number Placeholder 4"/>
          <p:cNvSpPr>
            <a:spLocks noGrp="1"/>
          </p:cNvSpPr>
          <p:nvPr>
            <p:ph type="sldNum" sz="quarter" idx="3"/>
          </p:nvPr>
        </p:nvSpPr>
        <p:spPr>
          <a:xfrm>
            <a:off x="3" y="8845613"/>
            <a:ext cx="7021475" cy="465455"/>
          </a:xfrm>
          <a:prstGeom prst="rect">
            <a:avLst/>
          </a:prstGeom>
        </p:spPr>
        <p:txBody>
          <a:bodyPr vert="horz" lIns="97579" tIns="48786" rIns="97579" bIns="48786" rtlCol="0" anchor="ctr" anchorCtr="0"/>
          <a:lstStyle>
            <a:lvl1pPr algn="r">
              <a:defRPr sz="1300"/>
            </a:lvl1pPr>
          </a:lstStyle>
          <a:p>
            <a:pPr algn="ctr"/>
            <a:fld id="{D0CF8CA6-9525-F246-9795-63D14B3B2731}" type="slidenum">
              <a:rPr lang="en-US" sz="1000">
                <a:solidFill>
                  <a:schemeClr val="tx1">
                    <a:lumMod val="65000"/>
                    <a:lumOff val="35000"/>
                  </a:schemeClr>
                </a:solidFill>
                <a:ea typeface="Arial Unicode MS" pitchFamily="34" charset="-128"/>
                <a:cs typeface="Arial Unicode MS" pitchFamily="34" charset="-128"/>
              </a:rPr>
              <a:pPr algn="ctr"/>
              <a:t>‹#›</a:t>
            </a:fld>
            <a:endParaRPr lang="en-US" sz="1000">
              <a:solidFill>
                <a:schemeClr val="tx1">
                  <a:lumMod val="65000"/>
                  <a:lumOff val="35000"/>
                </a:schemeClr>
              </a:solidFill>
              <a:ea typeface="Arial Unicode MS" pitchFamily="34" charset="-128"/>
              <a:cs typeface="Arial Unicode MS" pitchFamily="34" charset="-128"/>
            </a:endParaRPr>
          </a:p>
        </p:txBody>
      </p:sp>
      <p:sp>
        <p:nvSpPr>
          <p:cNvPr id="7" name="Rounded Rectangle 6"/>
          <p:cNvSpPr/>
          <p:nvPr/>
        </p:nvSpPr>
        <p:spPr bwMode="auto">
          <a:xfrm>
            <a:off x="423577" y="897307"/>
            <a:ext cx="6189109" cy="3457666"/>
          </a:xfrm>
          <a:prstGeom prst="roundRect">
            <a:avLst>
              <a:gd name="adj" fmla="val 3171"/>
            </a:avLst>
          </a:prstGeom>
          <a:solidFill>
            <a:schemeClr val="bg1"/>
          </a:solidFill>
          <a:ln w="9525" cap="flat" cmpd="sng" algn="ctr">
            <a:solidFill>
              <a:srgbClr val="005F9A"/>
            </a:solidFill>
            <a:prstDash val="solid"/>
            <a:round/>
            <a:headEnd type="none" w="med" len="med"/>
            <a:tailEnd type="none" w="med" len="med"/>
          </a:ln>
          <a:effectLst>
            <a:glow rad="38100">
              <a:srgbClr val="005F9A">
                <a:alpha val="30000"/>
              </a:srgbClr>
            </a:glow>
          </a:effectLst>
        </p:spPr>
        <p:txBody>
          <a:bodyPr vert="horz" wrap="square" lIns="92362" tIns="46183" rIns="92362" bIns="46183" numCol="1" rtlCol="0" anchor="t" anchorCtr="0" compatLnSpc="1">
            <a:prstTxWarp prst="textNoShape">
              <a:avLst/>
            </a:prstTxWarp>
          </a:bodyPr>
          <a:lstStyle/>
          <a:p>
            <a:pPr defTabSz="1029445"/>
            <a:endParaRPr lang="en-US">
              <a:latin typeface="Times New Roman"/>
            </a:endParaRPr>
          </a:p>
        </p:txBody>
      </p:sp>
      <p:sp>
        <p:nvSpPr>
          <p:cNvPr id="9" name="Rounded Rectangle 8"/>
          <p:cNvSpPr/>
          <p:nvPr/>
        </p:nvSpPr>
        <p:spPr bwMode="auto">
          <a:xfrm>
            <a:off x="424288" y="4934335"/>
            <a:ext cx="6187693" cy="3457666"/>
          </a:xfrm>
          <a:prstGeom prst="roundRect">
            <a:avLst>
              <a:gd name="adj" fmla="val 3171"/>
            </a:avLst>
          </a:prstGeom>
          <a:solidFill>
            <a:schemeClr val="bg1"/>
          </a:solidFill>
          <a:ln w="9525" cap="flat" cmpd="sng" algn="ctr">
            <a:solidFill>
              <a:srgbClr val="005F9A"/>
            </a:solidFill>
            <a:prstDash val="solid"/>
            <a:round/>
            <a:headEnd type="none" w="med" len="med"/>
            <a:tailEnd type="none" w="med" len="med"/>
          </a:ln>
          <a:effectLst>
            <a:glow rad="38100">
              <a:srgbClr val="005F9A">
                <a:alpha val="30000"/>
              </a:srgbClr>
            </a:glow>
          </a:effectLst>
        </p:spPr>
        <p:txBody>
          <a:bodyPr vert="horz" wrap="square" lIns="92362" tIns="46183" rIns="92362" bIns="46183" numCol="1" rtlCol="0" anchor="t" anchorCtr="0" compatLnSpc="1">
            <a:prstTxWarp prst="textNoShape">
              <a:avLst/>
            </a:prstTxWarp>
          </a:bodyPr>
          <a:lstStyle/>
          <a:p>
            <a:pPr defTabSz="1029445"/>
            <a:endParaRPr lang="en-US">
              <a:latin typeface="Times New Roman"/>
            </a:endParaRPr>
          </a:p>
        </p:txBody>
      </p:sp>
    </p:spTree>
    <p:extLst>
      <p:ext uri="{BB962C8B-B14F-4D97-AF65-F5344CB8AC3E}">
        <p14:creationId xmlns:p14="http://schemas.microsoft.com/office/powerpoint/2010/main" val="3224608003"/>
      </p:ext>
    </p:extLst>
  </p:cSld>
  <p:clrMap bg1="lt1" tx1="dk1" bg2="lt2" tx2="dk2" accent1="accent1" accent2="accent2" accent3="accent3" accent4="accent4" accent5="accent5" accent6="accent6" hlink="hlink" folHlink="folHlink"/>
  <p:hf hdr="0" ftr="0" dt="0"/>
  <p:extLst>
    <p:ext uri="{56416CCD-93CA-4268-BC5B-53C4BB910035}">
      <p15:sldGuideLst xmlns:p15="http://schemas.microsoft.com/office/powerpoint/2012/main">
        <p15:guide id="1" pos="2212"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40" name="Rectangle 4"/>
          <p:cNvSpPr>
            <a:spLocks noGrp="1" noRot="1" noChangeAspect="1" noChangeArrowheads="1" noTextEdit="1"/>
          </p:cNvSpPr>
          <p:nvPr>
            <p:ph type="sldImg" idx="2"/>
          </p:nvPr>
        </p:nvSpPr>
        <p:spPr bwMode="auto">
          <a:xfrm>
            <a:off x="409575" y="700088"/>
            <a:ext cx="6205538" cy="3490912"/>
          </a:xfrm>
          <a:prstGeom prst="rect">
            <a:avLst/>
          </a:prstGeom>
          <a:noFill/>
          <a:ln w="9525">
            <a:solidFill>
              <a:srgbClr val="000000"/>
            </a:solidFill>
            <a:miter lim="800000"/>
            <a:headEnd/>
            <a:tailEnd/>
          </a:ln>
        </p:spPr>
      </p:sp>
      <p:sp>
        <p:nvSpPr>
          <p:cNvPr id="45061" name="Rectangle 5"/>
          <p:cNvSpPr>
            <a:spLocks noGrp="1" noChangeArrowheads="1"/>
          </p:cNvSpPr>
          <p:nvPr>
            <p:ph type="body" sz="quarter" idx="3"/>
          </p:nvPr>
        </p:nvSpPr>
        <p:spPr bwMode="auto">
          <a:xfrm>
            <a:off x="438954" y="4432908"/>
            <a:ext cx="6145213" cy="4189095"/>
          </a:xfrm>
          <a:prstGeom prst="rect">
            <a:avLst/>
          </a:prstGeom>
          <a:noFill/>
          <a:ln w="9525">
            <a:noFill/>
            <a:miter lim="800000"/>
            <a:headEnd/>
            <a:tailEnd/>
          </a:ln>
          <a:effectLst/>
        </p:spPr>
        <p:txBody>
          <a:bodyPr vert="horz" wrap="square" lIns="97579" tIns="48786" rIns="97579" bIns="487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Date Placeholder 1"/>
          <p:cNvSpPr>
            <a:spLocks noGrp="1"/>
          </p:cNvSpPr>
          <p:nvPr>
            <p:ph type="dt" idx="1"/>
          </p:nvPr>
        </p:nvSpPr>
        <p:spPr>
          <a:xfrm>
            <a:off x="5" y="110828"/>
            <a:ext cx="7021575" cy="355555"/>
          </a:xfrm>
          <a:prstGeom prst="rect">
            <a:avLst/>
          </a:prstGeom>
        </p:spPr>
        <p:txBody>
          <a:bodyPr vert="horz" lIns="92794" tIns="46398" rIns="92794" bIns="46398" rtlCol="0"/>
          <a:lstStyle>
            <a:lvl1pPr algn="ctr">
              <a:defRPr sz="1300"/>
            </a:lvl1pPr>
          </a:lstStyle>
          <a:p>
            <a:fld id="{E88AA4A4-1E3C-404C-B70E-868B5A3F919C}" type="datetime1">
              <a:rPr lang="en-US" smtClean="0"/>
              <a:t>12/12/2025</a:t>
            </a:fld>
            <a:endParaRPr lang="en-US"/>
          </a:p>
        </p:txBody>
      </p:sp>
      <p:sp>
        <p:nvSpPr>
          <p:cNvPr id="3" name="Slide Number Placeholder 2"/>
          <p:cNvSpPr>
            <a:spLocks noGrp="1"/>
          </p:cNvSpPr>
          <p:nvPr>
            <p:ph type="sldNum" sz="quarter" idx="5"/>
          </p:nvPr>
        </p:nvSpPr>
        <p:spPr>
          <a:xfrm>
            <a:off x="4" y="8718975"/>
            <a:ext cx="7021575" cy="368484"/>
          </a:xfrm>
          <a:prstGeom prst="rect">
            <a:avLst/>
          </a:prstGeom>
        </p:spPr>
        <p:txBody>
          <a:bodyPr vert="horz" lIns="92794" tIns="46398" rIns="92794" bIns="46398" rtlCol="0" anchor="b"/>
          <a:lstStyle>
            <a:lvl1pPr algn="ctr">
              <a:defRPr sz="1300"/>
            </a:lvl1pPr>
          </a:lstStyle>
          <a:p>
            <a:fld id="{ABF82FA8-27B4-492A-AB16-5D222A28A698}" type="slidenum">
              <a:rPr lang="en-US" smtClean="0"/>
              <a:pPr/>
              <a:t>‹#›</a:t>
            </a:fld>
            <a:endParaRPr lang="en-US"/>
          </a:p>
        </p:txBody>
      </p:sp>
    </p:spTree>
    <p:extLst>
      <p:ext uri="{BB962C8B-B14F-4D97-AF65-F5344CB8AC3E}">
        <p14:creationId xmlns:p14="http://schemas.microsoft.com/office/powerpoint/2010/main" val="1511079482"/>
      </p:ext>
    </p:extLst>
  </p:cSld>
  <p:clrMap bg1="lt1" tx1="dk1" bg2="lt2" tx2="dk2" accent1="accent1" accent2="accent2" accent3="accent3" accent4="accent4" accent5="accent5" accent6="accent6" hlink="hlink" folHlink="folHlink"/>
  <p:hf hdr="0" ftr="0" dt="0"/>
  <p:notesStyle>
    <a:lvl1pPr algn="l" defTabSz="342900" rtl="0" eaLnBrk="0" fontAlgn="base" hangingPunct="0">
      <a:spcBef>
        <a:spcPct val="30000"/>
      </a:spcBef>
      <a:spcAft>
        <a:spcPct val="0"/>
      </a:spcAft>
      <a:defRPr sz="1400" kern="1200">
        <a:solidFill>
          <a:schemeClr val="tx1"/>
        </a:solidFill>
        <a:latin typeface="Arial" pitchFamily="34" charset="0"/>
        <a:ea typeface="Arial Unicode MS" pitchFamily="34" charset="-128"/>
        <a:cs typeface="Arial Unicode MS" pitchFamily="34" charset="-128"/>
      </a:defRPr>
    </a:lvl1pPr>
    <a:lvl2pPr marL="342900" algn="l" defTabSz="342900" rtl="0" eaLnBrk="0" fontAlgn="base" hangingPunct="0">
      <a:spcBef>
        <a:spcPct val="30000"/>
      </a:spcBef>
      <a:spcAft>
        <a:spcPct val="0"/>
      </a:spcAft>
      <a:defRPr sz="1400" kern="1200">
        <a:solidFill>
          <a:schemeClr val="tx1"/>
        </a:solidFill>
        <a:latin typeface="Arial" pitchFamily="34" charset="0"/>
        <a:ea typeface="Arial Unicode MS" pitchFamily="34" charset="-128"/>
        <a:cs typeface="+mn-cs"/>
      </a:defRPr>
    </a:lvl2pPr>
    <a:lvl3pPr marL="685800" algn="l" defTabSz="342900" rtl="0" eaLnBrk="0" fontAlgn="base" hangingPunct="0">
      <a:spcBef>
        <a:spcPct val="30000"/>
      </a:spcBef>
      <a:spcAft>
        <a:spcPct val="0"/>
      </a:spcAft>
      <a:defRPr sz="1400" kern="1200">
        <a:solidFill>
          <a:schemeClr val="tx1"/>
        </a:solidFill>
        <a:latin typeface="Arial" pitchFamily="34" charset="0"/>
        <a:ea typeface="Arial Unicode MS" pitchFamily="34" charset="-128"/>
        <a:cs typeface="+mn-cs"/>
      </a:defRPr>
    </a:lvl3pPr>
    <a:lvl4pPr marL="1028700" algn="l" defTabSz="342900" rtl="0" eaLnBrk="0" fontAlgn="base" hangingPunct="0">
      <a:spcBef>
        <a:spcPct val="30000"/>
      </a:spcBef>
      <a:spcAft>
        <a:spcPct val="0"/>
      </a:spcAft>
      <a:defRPr sz="1400" kern="1200">
        <a:solidFill>
          <a:schemeClr val="tx1"/>
        </a:solidFill>
        <a:latin typeface="Arial" pitchFamily="34" charset="0"/>
        <a:ea typeface="Arial Unicode MS" pitchFamily="34" charset="-128"/>
        <a:cs typeface="+mn-cs"/>
      </a:defRPr>
    </a:lvl4pPr>
    <a:lvl5pPr marL="1371600" algn="l" defTabSz="342900" rtl="0" eaLnBrk="0" fontAlgn="base" hangingPunct="0">
      <a:spcBef>
        <a:spcPct val="30000"/>
      </a:spcBef>
      <a:spcAft>
        <a:spcPct val="0"/>
      </a:spcAft>
      <a:defRPr sz="1400" kern="1200">
        <a:solidFill>
          <a:schemeClr val="tx1"/>
        </a:solidFill>
        <a:latin typeface="Arial" pitchFamily="34" charset="0"/>
        <a:ea typeface="Arial Unicode MS" pitchFamily="34" charset="-128"/>
        <a:cs typeface="+mn-cs"/>
      </a:defRPr>
    </a:lvl5pPr>
    <a:lvl6pPr marL="1714500" algn="l" defTabSz="342900" rtl="0" eaLnBrk="1" latinLnBrk="0" hangingPunct="1">
      <a:defRPr sz="900" kern="1200">
        <a:solidFill>
          <a:schemeClr val="tx1"/>
        </a:solidFill>
        <a:latin typeface="+mn-lt"/>
        <a:ea typeface="+mn-ea"/>
        <a:cs typeface="+mn-cs"/>
      </a:defRPr>
    </a:lvl6pPr>
    <a:lvl7pPr marL="2057400" algn="l" defTabSz="342900" rtl="0" eaLnBrk="1" latinLnBrk="0" hangingPunct="1">
      <a:defRPr sz="900" kern="1200">
        <a:solidFill>
          <a:schemeClr val="tx1"/>
        </a:solidFill>
        <a:latin typeface="+mn-lt"/>
        <a:ea typeface="+mn-ea"/>
        <a:cs typeface="+mn-cs"/>
      </a:defRPr>
    </a:lvl7pPr>
    <a:lvl8pPr marL="2400300" algn="l" defTabSz="342900" rtl="0" eaLnBrk="1" latinLnBrk="0" hangingPunct="1">
      <a:defRPr sz="900" kern="1200">
        <a:solidFill>
          <a:schemeClr val="tx1"/>
        </a:solidFill>
        <a:latin typeface="+mn-lt"/>
        <a:ea typeface="+mn-ea"/>
        <a:cs typeface="+mn-cs"/>
      </a:defRPr>
    </a:lvl8pPr>
    <a:lvl9pPr marL="2743200" algn="l" defTabSz="3429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765D0-FC50-C9EC-830B-DEB29465EA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53DA19-5CB6-60C1-4B60-F32FDD4B96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1DB671-C247-86F3-A96D-6EF6F1FEC144}"/>
              </a:ext>
            </a:extLst>
          </p:cNvPr>
          <p:cNvSpPr>
            <a:spLocks noGrp="1"/>
          </p:cNvSpPr>
          <p:nvPr>
            <p:ph type="body" idx="1"/>
          </p:nvPr>
        </p:nvSpPr>
        <p:spPr/>
        <p:txBody>
          <a:bodyPr/>
          <a:lstStyle/>
          <a:p>
            <a:r>
              <a:rPr lang="en-US" sz="1400" kern="1200">
                <a:solidFill>
                  <a:schemeClr val="tx1"/>
                </a:solidFill>
                <a:effectLst/>
                <a:latin typeface="Arial" pitchFamily="34" charset="0"/>
                <a:ea typeface="Arial Unicode MS" pitchFamily="34" charset="-128"/>
                <a:cs typeface="Arial Unicode MS" pitchFamily="34" charset="-128"/>
              </a:rPr>
              <a:t>In 2025, we conducted extensive testing across all internal user groups. Feedback was overwhelmingly positive, and we identified approximately 75 minor enhancements. These included adjustments to field labels, units of measurement, and field ordering to improve usability and workflow. All requested changes were prioritized and successfully implemented, ensuring a smoother user experience.</a:t>
            </a:r>
            <a:endParaRPr lang="en-US"/>
          </a:p>
        </p:txBody>
      </p:sp>
      <p:sp>
        <p:nvSpPr>
          <p:cNvPr id="4" name="Slide Number Placeholder 3">
            <a:extLst>
              <a:ext uri="{FF2B5EF4-FFF2-40B4-BE49-F238E27FC236}">
                <a16:creationId xmlns:a16="http://schemas.microsoft.com/office/drawing/2014/main" id="{FD8C99ED-F958-A6DB-DAE1-FF65A57ACD8A}"/>
              </a:ext>
            </a:extLst>
          </p:cNvPr>
          <p:cNvSpPr>
            <a:spLocks noGrp="1"/>
          </p:cNvSpPr>
          <p:nvPr>
            <p:ph type="sldNum" sz="quarter" idx="5"/>
          </p:nvPr>
        </p:nvSpPr>
        <p:spPr/>
        <p:txBody>
          <a:bodyPr/>
          <a:lstStyle/>
          <a:p>
            <a:fld id="{ABF82FA8-27B4-492A-AB16-5D222A28A698}" type="slidenum">
              <a:rPr lang="en-US" smtClean="0"/>
              <a:pPr/>
              <a:t>6</a:t>
            </a:fld>
            <a:endParaRPr lang="en-US"/>
          </a:p>
        </p:txBody>
      </p:sp>
    </p:spTree>
    <p:extLst>
      <p:ext uri="{BB962C8B-B14F-4D97-AF65-F5344CB8AC3E}">
        <p14:creationId xmlns:p14="http://schemas.microsoft.com/office/powerpoint/2010/main" val="32623645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kern="1200">
                <a:solidFill>
                  <a:schemeClr val="tx1"/>
                </a:solidFill>
                <a:effectLst/>
                <a:latin typeface="Arial" pitchFamily="34" charset="0"/>
                <a:ea typeface="Arial Unicode MS" pitchFamily="34" charset="-128"/>
                <a:cs typeface="Arial Unicode MS" pitchFamily="34" charset="-128"/>
              </a:rPr>
              <a:t>Following UAT, we focused on improving workflows—particularly the process of adding new part numbers, equipment, and then installing them in a production period. These changes significantly reduced complexity and improved efficiency.</a:t>
            </a:r>
          </a:p>
          <a:p>
            <a:r>
              <a:rPr lang="en-US" sz="1400" kern="1200">
                <a:solidFill>
                  <a:schemeClr val="tx1"/>
                </a:solidFill>
                <a:effectLst/>
                <a:latin typeface="Arial" pitchFamily="34" charset="0"/>
                <a:ea typeface="Arial Unicode MS" pitchFamily="34" charset="-128"/>
                <a:cs typeface="Arial Unicode MS" pitchFamily="34" charset="-128"/>
              </a:rPr>
              <a:t>We also addressed a major pain point: accidental data loss. Users now receive prompts if they attempt to leave without saving, and we introduced a persistent master save button that is always visible, making it easy to locate and use. These enhancements provide a safety net and improve overall usability.</a:t>
            </a:r>
          </a:p>
          <a:p>
            <a:endParaRPr lang="en-US"/>
          </a:p>
        </p:txBody>
      </p:sp>
      <p:sp>
        <p:nvSpPr>
          <p:cNvPr id="4" name="Slide Number Placeholder 3"/>
          <p:cNvSpPr>
            <a:spLocks noGrp="1"/>
          </p:cNvSpPr>
          <p:nvPr>
            <p:ph type="sldNum" sz="quarter" idx="5"/>
          </p:nvPr>
        </p:nvSpPr>
        <p:spPr/>
        <p:txBody>
          <a:bodyPr/>
          <a:lstStyle/>
          <a:p>
            <a:fld id="{ABF82FA8-27B4-492A-AB16-5D222A28A698}" type="slidenum">
              <a:rPr lang="en-US" smtClean="0"/>
              <a:pPr/>
              <a:t>7</a:t>
            </a:fld>
            <a:endParaRPr lang="en-US"/>
          </a:p>
        </p:txBody>
      </p:sp>
    </p:spTree>
    <p:extLst>
      <p:ext uri="{BB962C8B-B14F-4D97-AF65-F5344CB8AC3E}">
        <p14:creationId xmlns:p14="http://schemas.microsoft.com/office/powerpoint/2010/main" val="1269694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5DD10-4557-FBDB-A5CD-CD78B8B249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AD86A8-FF07-1EF5-7433-88C9880CE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7A7D18-7391-8FE3-A2A1-B5D617B2F5A3}"/>
              </a:ext>
            </a:extLst>
          </p:cNvPr>
          <p:cNvSpPr>
            <a:spLocks noGrp="1"/>
          </p:cNvSpPr>
          <p:nvPr>
            <p:ph type="body" idx="1"/>
          </p:nvPr>
        </p:nvSpPr>
        <p:spPr/>
        <p:txBody>
          <a:bodyPr/>
          <a:lstStyle/>
          <a:p>
            <a:r>
              <a:rPr lang="en-US" sz="1400" kern="1200">
                <a:solidFill>
                  <a:schemeClr val="tx1"/>
                </a:solidFill>
                <a:effectLst/>
                <a:latin typeface="Arial" pitchFamily="34" charset="0"/>
                <a:ea typeface="Arial Unicode MS" pitchFamily="34" charset="-128"/>
                <a:cs typeface="Arial Unicode MS" pitchFamily="34" charset="-128"/>
              </a:rPr>
              <a:t>We introduced printable versions of the forms to allow users to capture required data offline and then easily transfer it into the PWA. These forms mirror the PWA layout to maintain consistency and reduce errors. To further guide users, we added color-coded sections indicating responsibility for each data field.</a:t>
            </a:r>
          </a:p>
          <a:p>
            <a:pPr marL="0" marR="0" lvl="0" indent="0" algn="l" defTabSz="342900" rtl="0" eaLnBrk="0" fontAlgn="base" latinLnBrk="0" hangingPunct="0">
              <a:lnSpc>
                <a:spcPct val="100000"/>
              </a:lnSpc>
              <a:spcBef>
                <a:spcPct val="30000"/>
              </a:spcBef>
              <a:spcAft>
                <a:spcPct val="0"/>
              </a:spcAft>
              <a:buClrTx/>
              <a:buSzTx/>
              <a:buFontTx/>
              <a:buNone/>
              <a:tabLst/>
              <a:defRPr/>
            </a:pPr>
            <a:r>
              <a:rPr lang="en-US" sz="1400" kern="1200">
                <a:solidFill>
                  <a:schemeClr val="tx1"/>
                </a:solidFill>
                <a:effectLst/>
                <a:latin typeface="Arial" pitchFamily="34" charset="0"/>
                <a:ea typeface="Arial Unicode MS" pitchFamily="34" charset="-128"/>
                <a:cs typeface="Arial Unicode MS" pitchFamily="34" charset="-128"/>
              </a:rPr>
              <a:t> Additionally, we built advanced admin functionality, including a dropdown management tab. This empowers the business to manage and update dropdown lists directly from the front end—without requiring IS support—giving teams more flexibility and control. </a:t>
            </a:r>
          </a:p>
          <a:p>
            <a:endParaRPr lang="en-US"/>
          </a:p>
        </p:txBody>
      </p:sp>
      <p:sp>
        <p:nvSpPr>
          <p:cNvPr id="4" name="Slide Number Placeholder 3">
            <a:extLst>
              <a:ext uri="{FF2B5EF4-FFF2-40B4-BE49-F238E27FC236}">
                <a16:creationId xmlns:a16="http://schemas.microsoft.com/office/drawing/2014/main" id="{64CC5162-B065-2315-28FF-8E4363A60D82}"/>
              </a:ext>
            </a:extLst>
          </p:cNvPr>
          <p:cNvSpPr>
            <a:spLocks noGrp="1"/>
          </p:cNvSpPr>
          <p:nvPr>
            <p:ph type="sldNum" sz="quarter" idx="5"/>
          </p:nvPr>
        </p:nvSpPr>
        <p:spPr/>
        <p:txBody>
          <a:bodyPr/>
          <a:lstStyle/>
          <a:p>
            <a:fld id="{ABF82FA8-27B4-492A-AB16-5D222A28A698}" type="slidenum">
              <a:rPr lang="en-US" smtClean="0"/>
              <a:pPr/>
              <a:t>8</a:t>
            </a:fld>
            <a:endParaRPr lang="en-US"/>
          </a:p>
        </p:txBody>
      </p:sp>
    </p:spTree>
    <p:extLst>
      <p:ext uri="{BB962C8B-B14F-4D97-AF65-F5344CB8AC3E}">
        <p14:creationId xmlns:p14="http://schemas.microsoft.com/office/powerpoint/2010/main" val="2954170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97E5D-FAF1-AB1C-24F4-96173FC635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D563E4-3920-54BA-5385-6888C789F0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C063A3-4FF1-0855-433D-E9F966C88FB2}"/>
              </a:ext>
            </a:extLst>
          </p:cNvPr>
          <p:cNvSpPr>
            <a:spLocks noGrp="1"/>
          </p:cNvSpPr>
          <p:nvPr>
            <p:ph type="body" idx="1"/>
          </p:nvPr>
        </p:nvSpPr>
        <p:spPr/>
        <p:txBody>
          <a:bodyPr/>
          <a:lstStyle/>
          <a:p>
            <a:r>
              <a:rPr lang="en-US" sz="1400" kern="1200">
                <a:solidFill>
                  <a:schemeClr val="tx1"/>
                </a:solidFill>
                <a:effectLst/>
                <a:latin typeface="Arial" pitchFamily="34" charset="0"/>
                <a:ea typeface="Arial Unicode MS" pitchFamily="34" charset="-128"/>
                <a:cs typeface="Arial Unicode MS" pitchFamily="34" charset="-128"/>
              </a:rPr>
              <a:t>Our ETL process is now complete through October 9th, ensuring that all critical data is up to date. We’ve added supporting datasets, including part number descriptions and CNRL’s full inventory of equipment, to enhance reporting accuracy.</a:t>
            </a:r>
          </a:p>
          <a:p>
            <a:r>
              <a:rPr lang="en-US" sz="1400" kern="1200">
                <a:solidFill>
                  <a:schemeClr val="tx1"/>
                </a:solidFill>
                <a:effectLst/>
                <a:latin typeface="Arial" pitchFamily="34" charset="0"/>
                <a:ea typeface="Arial Unicode MS" pitchFamily="34" charset="-128"/>
                <a:cs typeface="Arial Unicode MS" pitchFamily="34" charset="-128"/>
              </a:rPr>
              <a:t>Before and during ETL, we performed rigorous data cleanup—validating spreadsheets, standardizing formats, and correcting nonstandard values. This proactive approach minimized errors and improved overall data integrity.</a:t>
            </a:r>
          </a:p>
          <a:p>
            <a:r>
              <a:rPr lang="en-US" sz="1400" kern="1200">
                <a:solidFill>
                  <a:schemeClr val="tx1"/>
                </a:solidFill>
                <a:effectLst/>
                <a:latin typeface="Arial" pitchFamily="34" charset="0"/>
                <a:ea typeface="Arial Unicode MS" pitchFamily="34" charset="-128"/>
                <a:cs typeface="Arial Unicode MS" pitchFamily="34" charset="-128"/>
              </a:rPr>
              <a:t>To support reporting, KPI tracker views are now available for dashboard creation, giving teams real-time visibility into key metrics. We also collaborated closely with Cam and Shane to resolve data inconsistencies, ensuring a reliable foundation for analytics and decision-making.</a:t>
            </a:r>
          </a:p>
          <a:p>
            <a:endParaRPr lang="en-US"/>
          </a:p>
        </p:txBody>
      </p:sp>
      <p:sp>
        <p:nvSpPr>
          <p:cNvPr id="4" name="Slide Number Placeholder 3">
            <a:extLst>
              <a:ext uri="{FF2B5EF4-FFF2-40B4-BE49-F238E27FC236}">
                <a16:creationId xmlns:a16="http://schemas.microsoft.com/office/drawing/2014/main" id="{97BD0A3A-5721-4494-9B1E-C32C0E78C258}"/>
              </a:ext>
            </a:extLst>
          </p:cNvPr>
          <p:cNvSpPr>
            <a:spLocks noGrp="1"/>
          </p:cNvSpPr>
          <p:nvPr>
            <p:ph type="sldNum" sz="quarter" idx="5"/>
          </p:nvPr>
        </p:nvSpPr>
        <p:spPr/>
        <p:txBody>
          <a:bodyPr/>
          <a:lstStyle/>
          <a:p>
            <a:fld id="{ABF82FA8-27B4-492A-AB16-5D222A28A698}" type="slidenum">
              <a:rPr lang="en-US" smtClean="0"/>
              <a:pPr/>
              <a:t>9</a:t>
            </a:fld>
            <a:endParaRPr lang="en-US"/>
          </a:p>
        </p:txBody>
      </p:sp>
    </p:spTree>
    <p:extLst>
      <p:ext uri="{BB962C8B-B14F-4D97-AF65-F5344CB8AC3E}">
        <p14:creationId xmlns:p14="http://schemas.microsoft.com/office/powerpoint/2010/main" val="26627029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69" y="0"/>
            <a:ext cx="9143261" cy="5143500"/>
          </a:xfrm>
          <a:prstGeom prst="rect">
            <a:avLst/>
          </a:prstGeom>
        </p:spPr>
      </p:pic>
      <p:sp>
        <p:nvSpPr>
          <p:cNvPr id="2" name="Title 1"/>
          <p:cNvSpPr>
            <a:spLocks noGrp="1"/>
          </p:cNvSpPr>
          <p:nvPr>
            <p:ph type="title" hasCustomPrompt="1"/>
          </p:nvPr>
        </p:nvSpPr>
        <p:spPr>
          <a:xfrm>
            <a:off x="1326532" y="1766587"/>
            <a:ext cx="6497391" cy="520703"/>
          </a:xfrm>
          <a:ln>
            <a:noFill/>
          </a:ln>
        </p:spPr>
        <p:txBody>
          <a:bodyPr lIns="91440"/>
          <a:lstStyle>
            <a:lvl1pPr algn="ctr">
              <a:lnSpc>
                <a:spcPts val="2600"/>
              </a:lnSpc>
              <a:defRPr sz="2200" baseline="0">
                <a:solidFill>
                  <a:schemeClr val="bg1"/>
                </a:solidFill>
                <a:effectLst>
                  <a:outerShdw blurRad="38100" dist="38100" dir="2700000" algn="tl">
                    <a:srgbClr val="000000">
                      <a:alpha val="43137"/>
                    </a:srgbClr>
                  </a:outerShdw>
                </a:effectLst>
                <a:latin typeface="Arial Narrow" panose="020B0606020202030204" pitchFamily="34" charset="0"/>
              </a:defRPr>
            </a:lvl1pPr>
          </a:lstStyle>
          <a:p>
            <a:r>
              <a:rPr lang="en-US"/>
              <a:t>PRESENTATION TITLE</a:t>
            </a:r>
          </a:p>
        </p:txBody>
      </p:sp>
      <p:sp>
        <p:nvSpPr>
          <p:cNvPr id="15" name="Text Placeholder 14"/>
          <p:cNvSpPr>
            <a:spLocks noGrp="1"/>
          </p:cNvSpPr>
          <p:nvPr>
            <p:ph type="body" sz="quarter" idx="10" hasCustomPrompt="1"/>
          </p:nvPr>
        </p:nvSpPr>
        <p:spPr>
          <a:xfrm>
            <a:off x="2746164" y="2301691"/>
            <a:ext cx="3658127" cy="276291"/>
          </a:xfrm>
        </p:spPr>
        <p:txBody>
          <a:bodyPr lIns="91440" anchor="ctr"/>
          <a:lstStyle>
            <a:lvl1pPr marL="0" indent="0" algn="ctr">
              <a:buFontTx/>
              <a:buNone/>
              <a:defRPr sz="1300" b="0">
                <a:solidFill>
                  <a:schemeClr val="bg1"/>
                </a:solidFill>
                <a:effectLst>
                  <a:outerShdw blurRad="38100" dist="38100" dir="2700000" algn="tl">
                    <a:srgbClr val="000000">
                      <a:alpha val="43137"/>
                    </a:srgbClr>
                  </a:outerShdw>
                </a:effectLst>
              </a:defRPr>
            </a:lvl1pPr>
            <a:lvl2pPr marL="255984" indent="0">
              <a:buFontTx/>
              <a:buNone/>
              <a:defRPr/>
            </a:lvl2pPr>
            <a:lvl3pPr marL="429816" indent="0">
              <a:buFontTx/>
              <a:buNone/>
              <a:defRPr/>
            </a:lvl3pPr>
            <a:lvl4pPr marL="602456" indent="0">
              <a:buFontTx/>
              <a:buNone/>
              <a:defRPr/>
            </a:lvl4pPr>
            <a:lvl5pPr marL="769144" indent="0">
              <a:buFontTx/>
              <a:buNone/>
              <a:defRPr/>
            </a:lvl5pPr>
          </a:lstStyle>
          <a:p>
            <a:pPr lvl="0"/>
            <a:r>
              <a:rPr lang="en-US"/>
              <a:t>Date</a:t>
            </a:r>
          </a:p>
        </p:txBody>
      </p:sp>
      <p:pic>
        <p:nvPicPr>
          <p:cNvPr id="12" name="Picture 11"/>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3432227" y="762653"/>
            <a:ext cx="2286000" cy="1003935"/>
          </a:xfrm>
          <a:prstGeom prst="rect">
            <a:avLst/>
          </a:prstGeom>
        </p:spPr>
      </p:pic>
    </p:spTree>
    <p:extLst>
      <p:ext uri="{BB962C8B-B14F-4D97-AF65-F5344CB8AC3E}">
        <p14:creationId xmlns:p14="http://schemas.microsoft.com/office/powerpoint/2010/main" val="765199093"/>
      </p:ext>
    </p:extLst>
  </p:cSld>
  <p:clrMapOvr>
    <a:masterClrMapping/>
  </p:clrMapOvr>
  <p:transition spd="slow">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s Only">
    <p:spTree>
      <p:nvGrpSpPr>
        <p:cNvPr id="1" name=""/>
        <p:cNvGrpSpPr/>
        <p:nvPr/>
      </p:nvGrpSpPr>
      <p:grpSpPr>
        <a:xfrm>
          <a:off x="0" y="0"/>
          <a:ext cx="0" cy="0"/>
          <a:chOff x="0" y="0"/>
          <a:chExt cx="0" cy="0"/>
        </a:xfrm>
      </p:grpSpPr>
      <p:sp>
        <p:nvSpPr>
          <p:cNvPr id="9" name="Slide Number Placeholder 6"/>
          <p:cNvSpPr>
            <a:spLocks noGrp="1" noChangeArrowheads="1"/>
          </p:cNvSpPr>
          <p:nvPr>
            <p:ph type="sldNum" sz="quarter" idx="4"/>
          </p:nvPr>
        </p:nvSpPr>
        <p:spPr bwMode="auto">
          <a:xfrm>
            <a:off x="8264526" y="4847253"/>
            <a:ext cx="700087" cy="264319"/>
          </a:xfrm>
          <a:prstGeom prst="rect">
            <a:avLst/>
          </a:prstGeom>
          <a:noFill/>
          <a:ln w="9525">
            <a:noFill/>
            <a:miter lim="800000"/>
            <a:headEnd/>
            <a:tailEnd/>
          </a:ln>
        </p:spPr>
        <p:txBody>
          <a:bodyPr vert="horz" wrap="square" lIns="91440" tIns="45720" rIns="109728" bIns="45720" numCol="1" anchor="ctr" anchorCtr="0" compatLnSpc="1">
            <a:prstTxWarp prst="textNoShape">
              <a:avLst/>
            </a:prstTxWarp>
          </a:bodyPr>
          <a:lstStyle>
            <a:lvl1pPr algn="r">
              <a:defRPr sz="900">
                <a:solidFill>
                  <a:schemeClr val="tx1">
                    <a:lumMod val="75000"/>
                    <a:lumOff val="25000"/>
                  </a:schemeClr>
                </a:solidFill>
                <a:ea typeface="Arial Unicode MS" pitchFamily="34" charset="-128"/>
                <a:cs typeface="Arial Unicode MS" pitchFamily="34" charset="-128"/>
              </a:defRPr>
            </a:lvl1pPr>
          </a:lstStyle>
          <a:p>
            <a:pPr>
              <a:defRPr/>
            </a:pPr>
            <a:r>
              <a:rPr lang="en-US"/>
              <a:t> </a:t>
            </a:r>
            <a:fld id="{1E4F3C7E-6C5A-7646-8E6B-0CB5FE640933}" type="slidenum">
              <a:rPr lang="en-US" smtClean="0"/>
              <a:pPr>
                <a:defRPr/>
              </a:pPr>
              <a:t>‹#›</a:t>
            </a:fld>
            <a:endParaRPr lang="en-US"/>
          </a:p>
        </p:txBody>
      </p:sp>
      <p:sp>
        <p:nvSpPr>
          <p:cNvPr id="4" name="Title 3"/>
          <p:cNvSpPr>
            <a:spLocks noGrp="1" noChangeAspect="1"/>
          </p:cNvSpPr>
          <p:nvPr>
            <p:ph type="title" hasCustomPrompt="1"/>
          </p:nvPr>
        </p:nvSpPr>
        <p:spPr>
          <a:xfrm>
            <a:off x="170821" y="1"/>
            <a:ext cx="8812405" cy="617974"/>
          </a:xfrm>
        </p:spPr>
        <p:txBody>
          <a:bodyPr/>
          <a:lstStyle>
            <a:lvl1pPr>
              <a:defRPr/>
            </a:lvl1pPr>
          </a:lstStyle>
          <a:p>
            <a:r>
              <a:rPr lang="en-US"/>
              <a:t>Click to add title</a:t>
            </a:r>
          </a:p>
        </p:txBody>
      </p:sp>
      <p:sp>
        <p:nvSpPr>
          <p:cNvPr id="13" name="Content Placeholder 12"/>
          <p:cNvSpPr>
            <a:spLocks noGrp="1"/>
          </p:cNvSpPr>
          <p:nvPr>
            <p:ph sz="quarter" idx="14" hasCustomPrompt="1"/>
          </p:nvPr>
        </p:nvSpPr>
        <p:spPr>
          <a:xfrm>
            <a:off x="409160" y="694944"/>
            <a:ext cx="8427954" cy="4023360"/>
          </a:xfrm>
        </p:spPr>
        <p:txBody>
          <a:bodyPr/>
          <a:lstStyle>
            <a:lvl1pPr>
              <a:spcBef>
                <a:spcPts val="300"/>
              </a:spcBef>
              <a:spcAft>
                <a:spcPts val="300"/>
              </a:spcAft>
              <a:defRPr baseline="0"/>
            </a:lvl1pPr>
            <a:lvl2pPr>
              <a:spcBef>
                <a:spcPts val="300"/>
              </a:spcBef>
              <a:spcAft>
                <a:spcPts val="300"/>
              </a:spcAft>
              <a:defRPr/>
            </a:lvl2pPr>
            <a:lvl3pPr>
              <a:spcBef>
                <a:spcPts val="300"/>
              </a:spcBef>
              <a:spcAft>
                <a:spcPts val="300"/>
              </a:spcAft>
              <a:defRPr/>
            </a:lvl3pPr>
            <a:lvl4pPr>
              <a:spcBef>
                <a:spcPts val="300"/>
              </a:spcBef>
              <a:spcAft>
                <a:spcPts val="300"/>
              </a:spcAft>
              <a:defRPr/>
            </a:lvl4pPr>
            <a:lvl5pPr>
              <a:spcBef>
                <a:spcPts val="300"/>
              </a:spcBef>
              <a:spcAft>
                <a:spcPts val="300"/>
              </a:spcAft>
              <a:defRPr/>
            </a:lvl5pPr>
          </a:lstStyle>
          <a:p>
            <a:pPr lvl="0"/>
            <a:r>
              <a:rPr lang="en-US"/>
              <a:t>Click to add first level bullet</a:t>
            </a:r>
          </a:p>
          <a:p>
            <a:pPr lvl="1"/>
            <a:r>
              <a:rPr lang="en-US"/>
              <a:t>Second level</a:t>
            </a:r>
          </a:p>
          <a:p>
            <a:pPr lvl="2"/>
            <a:r>
              <a:rPr lang="en-US"/>
              <a:t>Third level</a:t>
            </a:r>
          </a:p>
          <a:p>
            <a:pPr lvl="3"/>
            <a:r>
              <a:rPr lang="en-US"/>
              <a:t>Fourth level</a:t>
            </a:r>
          </a:p>
          <a:p>
            <a:pPr lvl="4"/>
            <a:r>
              <a:rPr lang="en-US"/>
              <a:t>Fifth level</a:t>
            </a:r>
          </a:p>
        </p:txBody>
      </p:sp>
      <mc:AlternateContent xmlns:mc="http://schemas.openxmlformats.org/markup-compatibility/2006" xmlns:a14="http://schemas.microsoft.com/office/drawing/2010/main">
        <mc:Choice Requires="a14">
          <p:sp>
            <p:nvSpPr>
              <p:cNvPr id="6" name="Text Placeholder 4"/>
              <p:cNvSpPr>
                <a:spLocks noGrp="1"/>
              </p:cNvSpPr>
              <p:nvPr>
                <p:ph type="body" sz="quarter" idx="10" hasCustomPrompt="1"/>
              </p:nvPr>
            </p:nvSpPr>
            <p:spPr>
              <a:xfrm>
                <a:off x="1131557" y="4865707"/>
                <a:ext cx="7132968" cy="227410"/>
              </a:xfrm>
            </p:spPr>
            <p:txBody>
              <a:bodyPr anchor="ctr" anchorCtr="0"/>
              <a:lstStyle>
                <a:lvl1pPr marL="0" indent="0" algn="ctr">
                  <a:buNone/>
                  <a:defRPr lang="en-US" sz="1200" b="1" dirty="0" smtClean="0">
                    <a:solidFill>
                      <a:srgbClr val="005F9A"/>
                    </a:solidFill>
                    <a:latin typeface="+mn-lt"/>
                    <a:ea typeface="+mn-ea"/>
                    <a:cs typeface="+mn-cs"/>
                  </a:defRPr>
                </a:lvl1pPr>
              </a:lstStyle>
              <a:p>
                <a:r>
                  <a:rPr lang="en-US"/>
                  <a:t>CLICK TO ADD KICKER </a:t>
                </a:r>
                <a14:m>
                  <m:oMath xmlns:m="http://schemas.openxmlformats.org/officeDocument/2006/math">
                    <m:r>
                      <a:rPr lang="en-US" i="1" dirty="0" smtClean="0">
                        <a:ln>
                          <a:solidFill>
                            <a:sysClr val="windowText" lastClr="000000"/>
                          </a:solidFill>
                        </a:ln>
                        <a:latin typeface="Cambria Math" panose="02040503050406030204" pitchFamily="18" charset="0"/>
                        <a:ea typeface="Cambria Math" panose="02040503050406030204" pitchFamily="18" charset="0"/>
                      </a:rPr>
                      <m:t>−</m:t>
                    </m:r>
                  </m:oMath>
                </a14:m>
                <a:r>
                  <a:rPr lang="en-US"/>
                  <a:t> UPPERCASE</a:t>
                </a:r>
              </a:p>
            </p:txBody>
          </p:sp>
        </mc:Choice>
        <mc:Fallback xmlns="">
          <p:sp>
            <p:nvSpPr>
              <p:cNvPr id="6" name="Text Placeholder 4"/>
              <p:cNvSpPr>
                <a:spLocks noGrp="1" noRot="1" noChangeAspect="1" noMove="1" noResize="1" noEditPoints="1" noAdjustHandles="1" noChangeArrowheads="1" noChangeShapeType="1" noTextEdit="1"/>
              </p:cNvSpPr>
              <p:nvPr>
                <p:ph type="body" sz="quarter" idx="10" hasCustomPrompt="1"/>
              </p:nvPr>
            </p:nvSpPr>
            <p:spPr>
              <a:xfrm>
                <a:off x="1131557" y="4865707"/>
                <a:ext cx="7132968" cy="227410"/>
              </a:xfrm>
              <a:blipFill>
                <a:blip r:embed="rId2"/>
                <a:stretch>
                  <a:fillRect t="-13514" b="-29730"/>
                </a:stretch>
              </a:blipFill>
            </p:spPr>
            <p:txBody>
              <a:bodyPr/>
              <a:lstStyle/>
              <a:p>
                <a:r>
                  <a:rPr lang="en-US">
                    <a:noFill/>
                  </a:rPr>
                  <a:t> </a:t>
                </a:r>
              </a:p>
            </p:txBody>
          </p:sp>
        </mc:Fallback>
      </mc:AlternateContent>
    </p:spTree>
    <p:extLst>
      <p:ext uri="{BB962C8B-B14F-4D97-AF65-F5344CB8AC3E}">
        <p14:creationId xmlns:p14="http://schemas.microsoft.com/office/powerpoint/2010/main" val="370685205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tmplLst>
          <p:tmpl>
            <p:tnLst>
              <p:par>
                <p:cTn presetID="53" presetClass="entr" presetSubtype="16" fill="hold" nodeType="withEffect">
                  <p:stCondLst>
                    <p:cond delay="0"/>
                  </p:stCondLst>
                  <p:childTnLst>
                    <p:set>
                      <p:cBhvr>
                        <p:cTn dur="1" fill="hold">
                          <p:stCondLst>
                            <p:cond delay="0"/>
                          </p:stCondLst>
                        </p:cTn>
                        <p:tgtEl>
                          <p:spTgt spid="6"/>
                        </p:tgtEl>
                        <p:attrNameLst>
                          <p:attrName>style.visibility</p:attrName>
                        </p:attrNameLst>
                      </p:cBhvr>
                      <p:to>
                        <p:strVal val="visible"/>
                      </p:to>
                    </p:set>
                    <p:anim calcmode="lin" valueType="num">
                      <p:cBhvr>
                        <p:cTn dur="500" fill="hold"/>
                        <p:tgtEl>
                          <p:spTgt spid="6"/>
                        </p:tgtEl>
                        <p:attrNameLst>
                          <p:attrName>ppt_w</p:attrName>
                        </p:attrNameLst>
                      </p:cBhvr>
                      <p:tavLst>
                        <p:tav tm="0">
                          <p:val>
                            <p:fltVal val="0"/>
                          </p:val>
                        </p:tav>
                        <p:tav tm="100000">
                          <p:val>
                            <p:strVal val="#ppt_w"/>
                          </p:val>
                        </p:tav>
                      </p:tavLst>
                    </p:anim>
                    <p:anim calcmode="lin" valueType="num">
                      <p:cBhvr>
                        <p:cTn dur="500" fill="hold"/>
                        <p:tgtEl>
                          <p:spTgt spid="6"/>
                        </p:tgtEl>
                        <p:attrNameLst>
                          <p:attrName>ppt_h</p:attrName>
                        </p:attrNameLst>
                      </p:cBhvr>
                      <p:tavLst>
                        <p:tav tm="0">
                          <p:val>
                            <p:fltVal val="0"/>
                          </p:val>
                        </p:tav>
                        <p:tav tm="100000">
                          <p:val>
                            <p:strVal val="#ppt_h"/>
                          </p:val>
                        </p:tav>
                      </p:tavLst>
                    </p:anim>
                    <p:animEffect transition="in" filter="fade">
                      <p:cBhvr>
                        <p:cTn dur="500"/>
                        <p:tgtEl>
                          <p:spTgt spid="6"/>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Break">
    <p:spTree>
      <p:nvGrpSpPr>
        <p:cNvPr id="1" name=""/>
        <p:cNvGrpSpPr/>
        <p:nvPr/>
      </p:nvGrpSpPr>
      <p:grpSpPr>
        <a:xfrm>
          <a:off x="0" y="0"/>
          <a:ext cx="0" cy="0"/>
          <a:chOff x="0" y="0"/>
          <a:chExt cx="0" cy="0"/>
        </a:xfrm>
      </p:grpSpPr>
      <p:sp>
        <p:nvSpPr>
          <p:cNvPr id="10" name="Rectangle 9"/>
          <p:cNvSpPr/>
          <p:nvPr userDrawn="1"/>
        </p:nvSpPr>
        <p:spPr bwMode="auto">
          <a:xfrm>
            <a:off x="2171696" y="1501140"/>
            <a:ext cx="944884" cy="5715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kern="1200" cap="none" spc="0" normalizeH="0" baseline="0" noProof="0">
              <a:ln>
                <a:noFill/>
              </a:ln>
              <a:solidFill>
                <a:srgbClr val="000000"/>
              </a:solidFill>
              <a:effectLst/>
              <a:uLnTx/>
              <a:uFillTx/>
              <a:latin typeface="Arial" pitchFamily="80" charset="0"/>
              <a:ea typeface="ＭＳ Ｐゴシック" pitchFamily="80" charset="-128"/>
              <a:cs typeface="ＭＳ Ｐゴシック" pitchFamily="80" charset="-128"/>
            </a:endParaRPr>
          </a:p>
        </p:txBody>
      </p:sp>
      <p:sp>
        <p:nvSpPr>
          <p:cNvPr id="17" name="Rectangle 16"/>
          <p:cNvSpPr/>
          <p:nvPr userDrawn="1"/>
        </p:nvSpPr>
        <p:spPr bwMode="auto">
          <a:xfrm>
            <a:off x="2468880" y="1605320"/>
            <a:ext cx="4206240" cy="1983347"/>
          </a:xfrm>
          <a:prstGeom prst="rect">
            <a:avLst/>
          </a:prstGeom>
          <a:noFill/>
          <a:ln w="25400" cap="flat" cmpd="sng" algn="ctr">
            <a:solidFill>
              <a:srgbClr val="005F9A"/>
            </a:solidFill>
            <a:prstDash val="solid"/>
            <a:miter lim="800000"/>
            <a:headEnd type="none" w="med" len="med"/>
            <a:tailEnd type="none" w="med" len="med"/>
          </a:ln>
          <a:effectLst/>
        </p:spPr>
        <p:txBody>
          <a:bodyPr vert="horz" wrap="square" lIns="320040" tIns="91440" rIns="0" bIns="45720" numCol="1" rtlCol="0" anchor="t" anchorCtr="0" compatLnSpc="1">
            <a:prstTxWarp prst="textNoShape">
              <a:avLst/>
            </a:prstTxWarp>
          </a:bodyPr>
          <a:lstStyle/>
          <a:p>
            <a:pPr marL="174625" lvl="0" indent="-174625" defTabSz="914378">
              <a:spcBef>
                <a:spcPts val="200"/>
              </a:spcBef>
              <a:spcAft>
                <a:spcPts val="300"/>
              </a:spcAft>
              <a:buClr>
                <a:srgbClr val="005F9A"/>
              </a:buClr>
              <a:buSzPct val="120000"/>
              <a:buFont typeface="Wingdings" panose="05000000000000000000" pitchFamily="2" charset="2"/>
              <a:buChar char="ü"/>
            </a:pPr>
            <a:endParaRPr lang="en-US" sz="1200" noProof="0">
              <a:solidFill>
                <a:schemeClr val="tx1">
                  <a:lumMod val="65000"/>
                  <a:lumOff val="35000"/>
                </a:schemeClr>
              </a:solidFill>
              <a:latin typeface="+mn-lt"/>
              <a:ea typeface="+mn-ea"/>
              <a:cs typeface="+mn-cs"/>
            </a:endParaRPr>
          </a:p>
        </p:txBody>
      </p:sp>
      <p:sp>
        <p:nvSpPr>
          <p:cNvPr id="2" name="Rectangle 1"/>
          <p:cNvSpPr/>
          <p:nvPr/>
        </p:nvSpPr>
        <p:spPr bwMode="auto">
          <a:xfrm>
            <a:off x="2609117" y="1842060"/>
            <a:ext cx="3886202" cy="1590125"/>
          </a:xfrm>
          <a:prstGeom prst="rect">
            <a:avLst/>
          </a:prstGeom>
          <a:noFill/>
          <a:ln w="38100" cap="flat" cmpd="sng" algn="ctr">
            <a:noFill/>
            <a:prstDash val="solid"/>
            <a:miter lim="800000"/>
            <a:headEnd type="none" w="med" len="med"/>
            <a:tailEnd type="none" w="med" len="med"/>
          </a:ln>
          <a:effectLst>
            <a:outerShdw blurRad="50800" dist="63500" dir="2700000" algn="tl" rotWithShape="0">
              <a:srgbClr val="007DC3">
                <a:alpha val="40000"/>
              </a:srgbClr>
            </a:outerShdw>
          </a:effectLst>
        </p:spPr>
        <p:txBody>
          <a:bodyPr vert="horz" wrap="square" lIns="68580" tIns="34290" rIns="68580" bIns="34290" numCol="1" rtlCol="0" anchor="ctr" anchorCtr="0" compatLnSpc="1">
            <a:prstTxWarp prst="textNoShape">
              <a:avLst/>
            </a:prstTxWarp>
          </a:bodyPr>
          <a:lstStyle/>
          <a:p>
            <a:pPr marL="0" marR="0" lvl="0" indent="0" algn="ctr" defTabSz="685783" latinLnBrk="0">
              <a:lnSpc>
                <a:spcPct val="100000"/>
              </a:lnSpc>
              <a:buClrTx/>
              <a:buSzTx/>
              <a:buFontTx/>
              <a:buNone/>
              <a:tabLst/>
            </a:pPr>
            <a:endParaRPr kumimoji="0" lang="en-US" sz="2400" b="0" i="0" u="none" strike="noStrike" cap="none" normalizeH="0" baseline="0" noProof="0">
              <a:ln>
                <a:noFill/>
              </a:ln>
              <a:solidFill>
                <a:schemeClr val="bg1"/>
              </a:solidFill>
              <a:effectLst/>
              <a:latin typeface="Arial Narrow" panose="020B0606020202030204" pitchFamily="34" charset="0"/>
              <a:ea typeface="ＭＳ Ｐゴシック" pitchFamily="80" charset="-128"/>
              <a:cs typeface="Arial Narrow" panose="020B0606020202030204" pitchFamily="34" charset="0"/>
            </a:endParaRPr>
          </a:p>
        </p:txBody>
      </p:sp>
      <p:sp>
        <p:nvSpPr>
          <p:cNvPr id="4" name="Rectangle 3"/>
          <p:cNvSpPr/>
          <p:nvPr userDrawn="1"/>
        </p:nvSpPr>
        <p:spPr bwMode="auto">
          <a:xfrm>
            <a:off x="2514600" y="1653540"/>
            <a:ext cx="4114800" cy="1896654"/>
          </a:xfrm>
          <a:prstGeom prst="rect">
            <a:avLst/>
          </a:prstGeom>
          <a:noFill/>
          <a:ln w="9525" cap="flat" cmpd="sng" algn="ctr">
            <a:solidFill>
              <a:srgbClr val="0081D0"/>
            </a:solidFill>
            <a:prstDash val="solid"/>
            <a:miter lim="800000"/>
            <a:headEnd type="none" w="med" len="med"/>
            <a:tailEnd type="none" w="med" len="med"/>
          </a:ln>
          <a:effectLst/>
        </p:spPr>
        <p:txBody>
          <a:bodyPr vert="horz" wrap="square" lIns="320040" tIns="91440" rIns="0" bIns="45720" numCol="1" rtlCol="0" anchor="t" anchorCtr="0" compatLnSpc="1">
            <a:prstTxWarp prst="textNoShape">
              <a:avLst/>
            </a:prstTxWarp>
          </a:bodyPr>
          <a:lstStyle/>
          <a:p>
            <a:pPr marL="174625" lvl="0" indent="-174625" defTabSz="914378">
              <a:spcBef>
                <a:spcPts val="200"/>
              </a:spcBef>
              <a:spcAft>
                <a:spcPts val="300"/>
              </a:spcAft>
              <a:buClr>
                <a:srgbClr val="005F9A"/>
              </a:buClr>
              <a:buSzPct val="120000"/>
              <a:buFont typeface="Wingdings" panose="05000000000000000000" pitchFamily="2" charset="2"/>
              <a:buChar char="ü"/>
            </a:pPr>
            <a:endParaRPr lang="en-US" sz="1200" noProof="0">
              <a:solidFill>
                <a:schemeClr val="tx1">
                  <a:lumMod val="65000"/>
                  <a:lumOff val="35000"/>
                </a:schemeClr>
              </a:solidFill>
              <a:latin typeface="+mn-lt"/>
              <a:ea typeface="+mn-ea"/>
              <a:cs typeface="+mn-cs"/>
            </a:endParaRPr>
          </a:p>
        </p:txBody>
      </p:sp>
      <p:sp>
        <p:nvSpPr>
          <p:cNvPr id="14" name="Rectangle 13"/>
          <p:cNvSpPr/>
          <p:nvPr/>
        </p:nvSpPr>
        <p:spPr bwMode="auto">
          <a:xfrm>
            <a:off x="2171696" y="1501140"/>
            <a:ext cx="944884" cy="5715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kern="1200" cap="none" spc="0" normalizeH="0" baseline="0" noProof="0">
              <a:ln>
                <a:noFill/>
              </a:ln>
              <a:solidFill>
                <a:srgbClr val="000000"/>
              </a:solidFill>
              <a:effectLst/>
              <a:uLnTx/>
              <a:uFillTx/>
              <a:latin typeface="Arial" pitchFamily="80" charset="0"/>
              <a:ea typeface="ＭＳ Ｐゴシック" pitchFamily="80" charset="-128"/>
              <a:cs typeface="ＭＳ Ｐゴシック" pitchFamily="80" charset="-128"/>
            </a:endParaRPr>
          </a:p>
        </p:txBody>
      </p:sp>
      <p:pic>
        <p:nvPicPr>
          <p:cNvPr id="13" name="Picture 12"/>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255517" y="1531762"/>
            <a:ext cx="967743" cy="424597"/>
          </a:xfrm>
          <a:prstGeom prst="rect">
            <a:avLst/>
          </a:prstGeom>
        </p:spPr>
      </p:pic>
      <p:sp>
        <p:nvSpPr>
          <p:cNvPr id="18" name="Title 1"/>
          <p:cNvSpPr>
            <a:spLocks noGrp="1"/>
          </p:cNvSpPr>
          <p:nvPr>
            <p:ph type="title" hasCustomPrompt="1"/>
          </p:nvPr>
        </p:nvSpPr>
        <p:spPr>
          <a:xfrm>
            <a:off x="2609118" y="1956359"/>
            <a:ext cx="3931922" cy="1475826"/>
          </a:xfrm>
          <a:noFill/>
          <a:ln w="38100" cap="flat" cmpd="sng" algn="ctr">
            <a:noFill/>
            <a:prstDash val="solid"/>
            <a:miter lim="800000"/>
            <a:headEnd type="none" w="med" len="med"/>
            <a:tailEnd type="none" w="med" len="med"/>
          </a:ln>
          <a:effectLst>
            <a:outerShdw blurRad="50800" dist="25400" dir="2700000" algn="tl" rotWithShape="0">
              <a:schemeClr val="bg1">
                <a:lumMod val="65000"/>
                <a:alpha val="50000"/>
              </a:schemeClr>
            </a:outerShdw>
          </a:effectLst>
        </p:spPr>
        <p:txBody>
          <a:bodyPr vert="horz" wrap="square" lIns="68580" tIns="34290" rIns="68580" bIns="34290" numCol="1" rtlCol="0" anchor="ctr" anchorCtr="0" compatLnSpc="1">
            <a:prstTxWarp prst="textNoShape">
              <a:avLst/>
            </a:prstTxWarp>
          </a:bodyPr>
          <a:lstStyle>
            <a:lvl1pPr marL="0" indent="0" algn="ctr" defTabSz="914378" rtl="0" eaLnBrk="0" fontAlgn="base" hangingPunct="0">
              <a:spcBef>
                <a:spcPts val="200"/>
              </a:spcBef>
              <a:spcAft>
                <a:spcPts val="300"/>
              </a:spcAft>
              <a:buClr>
                <a:srgbClr val="005F9A"/>
              </a:buClr>
              <a:buSzPct val="120000"/>
              <a:buFont typeface="Wingdings" panose="05000000000000000000" pitchFamily="2" charset="2"/>
              <a:buNone/>
              <a:defRPr lang="en-US" sz="2200" b="1" kern="0" spc="-100" baseline="0" dirty="0">
                <a:solidFill>
                  <a:srgbClr val="005F9A"/>
                </a:solidFill>
                <a:effectLst/>
                <a:latin typeface="+mn-lt"/>
                <a:ea typeface="+mn-ea"/>
                <a:cs typeface="Arial" panose="020B0604020202020204" pitchFamily="34" charset="0"/>
              </a:defRPr>
            </a:lvl1pPr>
          </a:lstStyle>
          <a:p>
            <a:pPr marL="174625" marR="0" lvl="0" indent="-174625" defTabSz="685783" latinLnBrk="0">
              <a:lnSpc>
                <a:spcPct val="100000"/>
              </a:lnSpc>
              <a:buClrTx/>
              <a:buSzTx/>
              <a:tabLst/>
            </a:pPr>
            <a:r>
              <a:rPr lang="en-US"/>
              <a:t>Click to add section title</a:t>
            </a:r>
          </a:p>
        </p:txBody>
      </p:sp>
    </p:spTree>
    <p:extLst>
      <p:ext uri="{BB962C8B-B14F-4D97-AF65-F5344CB8AC3E}">
        <p14:creationId xmlns:p14="http://schemas.microsoft.com/office/powerpoint/2010/main" val="3918172738"/>
      </p:ext>
    </p:extLst>
  </p:cSld>
  <p:clrMapOvr>
    <a:masterClrMapping/>
  </p:clrMapOvr>
  <p:transition spd="slow">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p/Graph with Bullets">
    <p:spTree>
      <p:nvGrpSpPr>
        <p:cNvPr id="1" name=""/>
        <p:cNvGrpSpPr/>
        <p:nvPr/>
      </p:nvGrpSpPr>
      <p:grpSpPr>
        <a:xfrm>
          <a:off x="0" y="0"/>
          <a:ext cx="0" cy="0"/>
          <a:chOff x="0" y="0"/>
          <a:chExt cx="0" cy="0"/>
        </a:xfrm>
      </p:grpSpPr>
      <p:sp>
        <p:nvSpPr>
          <p:cNvPr id="9" name="Slide Number Placeholder 6"/>
          <p:cNvSpPr>
            <a:spLocks noGrp="1" noChangeArrowheads="1"/>
          </p:cNvSpPr>
          <p:nvPr>
            <p:ph type="sldNum" sz="quarter" idx="4"/>
          </p:nvPr>
        </p:nvSpPr>
        <p:spPr bwMode="auto">
          <a:xfrm>
            <a:off x="8264526" y="4847253"/>
            <a:ext cx="700087" cy="264319"/>
          </a:xfrm>
          <a:prstGeom prst="rect">
            <a:avLst/>
          </a:prstGeom>
          <a:noFill/>
          <a:ln w="9525">
            <a:noFill/>
            <a:miter lim="800000"/>
            <a:headEnd/>
            <a:tailEnd/>
          </a:ln>
        </p:spPr>
        <p:txBody>
          <a:bodyPr vert="horz" wrap="square" lIns="91440" tIns="45720" rIns="109728" bIns="45720" numCol="1" anchor="ctr" anchorCtr="0" compatLnSpc="1">
            <a:prstTxWarp prst="textNoShape">
              <a:avLst/>
            </a:prstTxWarp>
          </a:bodyPr>
          <a:lstStyle>
            <a:lvl1pPr algn="r">
              <a:defRPr sz="900">
                <a:solidFill>
                  <a:schemeClr val="tx1">
                    <a:lumMod val="75000"/>
                    <a:lumOff val="25000"/>
                  </a:schemeClr>
                </a:solidFill>
                <a:ea typeface="Arial Unicode MS" pitchFamily="34" charset="-128"/>
                <a:cs typeface="Arial Unicode MS" pitchFamily="34" charset="-128"/>
              </a:defRPr>
            </a:lvl1pPr>
          </a:lstStyle>
          <a:p>
            <a:pPr>
              <a:defRPr/>
            </a:pPr>
            <a:r>
              <a:rPr lang="en-US"/>
              <a:t> </a:t>
            </a:r>
            <a:fld id="{1E4F3C7E-6C5A-7646-8E6B-0CB5FE640933}" type="slidenum">
              <a:rPr lang="en-US" smtClean="0"/>
              <a:pPr>
                <a:defRPr/>
              </a:pPr>
              <a:t>‹#›</a:t>
            </a:fld>
            <a:endParaRPr lang="en-US"/>
          </a:p>
        </p:txBody>
      </p:sp>
      <p:sp>
        <p:nvSpPr>
          <p:cNvPr id="4" name="Title 3"/>
          <p:cNvSpPr>
            <a:spLocks noGrp="1"/>
          </p:cNvSpPr>
          <p:nvPr>
            <p:ph type="title" hasCustomPrompt="1"/>
          </p:nvPr>
        </p:nvSpPr>
        <p:spPr/>
        <p:txBody>
          <a:bodyPr/>
          <a:lstStyle>
            <a:lvl1pPr>
              <a:defRPr/>
            </a:lvl1pPr>
          </a:lstStyle>
          <a:p>
            <a:r>
              <a:rPr lang="en-US"/>
              <a:t>Click to add title</a:t>
            </a:r>
          </a:p>
        </p:txBody>
      </p:sp>
      <p:sp>
        <p:nvSpPr>
          <p:cNvPr id="7" name="Content Placeholder 12"/>
          <p:cNvSpPr>
            <a:spLocks noGrp="1"/>
          </p:cNvSpPr>
          <p:nvPr>
            <p:ph sz="quarter" idx="15" hasCustomPrompt="1"/>
          </p:nvPr>
        </p:nvSpPr>
        <p:spPr>
          <a:xfrm>
            <a:off x="4626590" y="694944"/>
            <a:ext cx="4212609" cy="4023360"/>
          </a:xfrm>
        </p:spPr>
        <p:txBody>
          <a:bodyPr/>
          <a:lstStyle>
            <a:lvl1pPr>
              <a:defRPr/>
            </a:lvl1pPr>
          </a:lstStyle>
          <a:p>
            <a:pPr lvl="0"/>
            <a:r>
              <a:rPr lang="en-US"/>
              <a:t>Click to add first level bullet</a:t>
            </a:r>
          </a:p>
          <a:p>
            <a:pPr lvl="1"/>
            <a:r>
              <a:rPr lang="en-US"/>
              <a:t>Second level</a:t>
            </a:r>
          </a:p>
          <a:p>
            <a:pPr lvl="2"/>
            <a:r>
              <a:rPr lang="en-US"/>
              <a:t>Third level</a:t>
            </a:r>
          </a:p>
          <a:p>
            <a:pPr lvl="3"/>
            <a:r>
              <a:rPr lang="en-US"/>
              <a:t>Fourth level</a:t>
            </a:r>
          </a:p>
          <a:p>
            <a:pPr lvl="4"/>
            <a:r>
              <a:rPr lang="en-US"/>
              <a:t>Fifth level</a:t>
            </a:r>
          </a:p>
        </p:txBody>
      </p:sp>
      <mc:AlternateContent xmlns:mc="http://schemas.openxmlformats.org/markup-compatibility/2006" xmlns:a14="http://schemas.microsoft.com/office/drawing/2010/main">
        <mc:Choice Requires="a14">
          <p:sp>
            <p:nvSpPr>
              <p:cNvPr id="8" name="Text Placeholder 4"/>
              <p:cNvSpPr>
                <a:spLocks noGrp="1"/>
              </p:cNvSpPr>
              <p:nvPr>
                <p:ph type="body" sz="quarter" idx="10" hasCustomPrompt="1"/>
              </p:nvPr>
            </p:nvSpPr>
            <p:spPr>
              <a:xfrm>
                <a:off x="1131557" y="4865707"/>
                <a:ext cx="7132968" cy="227410"/>
              </a:xfrm>
            </p:spPr>
            <p:txBody>
              <a:bodyPr anchor="ctr" anchorCtr="0"/>
              <a:lstStyle>
                <a:lvl1pPr marL="0" indent="0" algn="ctr">
                  <a:buNone/>
                  <a:defRPr lang="en-US" sz="1200" b="1" dirty="0" smtClean="0">
                    <a:solidFill>
                      <a:srgbClr val="005F9A"/>
                    </a:solidFill>
                    <a:latin typeface="+mn-lt"/>
                    <a:ea typeface="+mn-ea"/>
                    <a:cs typeface="+mn-cs"/>
                  </a:defRPr>
                </a:lvl1pPr>
              </a:lstStyle>
              <a:p>
                <a:r>
                  <a:rPr lang="en-US"/>
                  <a:t>CLICK TO ADD KICKER </a:t>
                </a:r>
                <a14:m>
                  <m:oMath xmlns:m="http://schemas.openxmlformats.org/officeDocument/2006/math">
                    <m:r>
                      <a:rPr lang="en-US" i="1" dirty="0" smtClean="0">
                        <a:ln>
                          <a:solidFill>
                            <a:sysClr val="windowText" lastClr="000000"/>
                          </a:solidFill>
                        </a:ln>
                        <a:latin typeface="Cambria Math" panose="02040503050406030204" pitchFamily="18" charset="0"/>
                        <a:ea typeface="Cambria Math" panose="02040503050406030204" pitchFamily="18" charset="0"/>
                      </a:rPr>
                      <m:t>−</m:t>
                    </m:r>
                  </m:oMath>
                </a14:m>
                <a:r>
                  <a:rPr lang="en-US"/>
                  <a:t> UPPERCASE</a:t>
                </a:r>
              </a:p>
            </p:txBody>
          </p:sp>
        </mc:Choice>
        <mc:Fallback xmlns="">
          <p:sp>
            <p:nvSpPr>
              <p:cNvPr id="8" name="Text Placeholder 4"/>
              <p:cNvSpPr>
                <a:spLocks noGrp="1" noRot="1" noChangeAspect="1" noMove="1" noResize="1" noEditPoints="1" noAdjustHandles="1" noChangeArrowheads="1" noChangeShapeType="1" noTextEdit="1"/>
              </p:cNvSpPr>
              <p:nvPr>
                <p:ph type="body" sz="quarter" idx="10" hasCustomPrompt="1"/>
              </p:nvPr>
            </p:nvSpPr>
            <p:spPr>
              <a:xfrm>
                <a:off x="1131557" y="4865707"/>
                <a:ext cx="7132968" cy="227410"/>
              </a:xfrm>
              <a:blipFill>
                <a:blip r:embed="rId2"/>
                <a:stretch>
                  <a:fillRect t="-13514" b="-29730"/>
                </a:stretch>
              </a:blipFill>
            </p:spPr>
            <p:txBody>
              <a:bodyPr/>
              <a:lstStyle/>
              <a:p>
                <a:r>
                  <a:rPr lang="en-US">
                    <a:noFill/>
                  </a:rPr>
                  <a:t> </a:t>
                </a:r>
              </a:p>
            </p:txBody>
          </p:sp>
        </mc:Fallback>
      </mc:AlternateContent>
    </p:spTree>
    <p:extLst>
      <p:ext uri="{BB962C8B-B14F-4D97-AF65-F5344CB8AC3E}">
        <p14:creationId xmlns:p14="http://schemas.microsoft.com/office/powerpoint/2010/main" val="399221567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tmplLst>
          <p:tmpl>
            <p:tnLst>
              <p:par>
                <p:cTn presetID="53" presetClass="entr" presetSubtype="16" fill="hold" nodeType="with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p:cTn dur="500" fill="hold"/>
                        <p:tgtEl>
                          <p:spTgt spid="8"/>
                        </p:tgtEl>
                        <p:attrNameLst>
                          <p:attrName>ppt_w</p:attrName>
                        </p:attrNameLst>
                      </p:cBhvr>
                      <p:tavLst>
                        <p:tav tm="0">
                          <p:val>
                            <p:fltVal val="0"/>
                          </p:val>
                        </p:tav>
                        <p:tav tm="100000">
                          <p:val>
                            <p:strVal val="#ppt_w"/>
                          </p:val>
                        </p:tav>
                      </p:tavLst>
                    </p:anim>
                    <p:anim calcmode="lin" valueType="num">
                      <p:cBhvr>
                        <p:cTn dur="500" fill="hold"/>
                        <p:tgtEl>
                          <p:spTgt spid="8"/>
                        </p:tgtEl>
                        <p:attrNameLst>
                          <p:attrName>ppt_h</p:attrName>
                        </p:attrNameLst>
                      </p:cBhvr>
                      <p:tavLst>
                        <p:tav tm="0">
                          <p:val>
                            <p:fltVal val="0"/>
                          </p:val>
                        </p:tav>
                        <p:tav tm="100000">
                          <p:val>
                            <p:strVal val="#ppt_h"/>
                          </p:val>
                        </p:tav>
                      </p:tavLst>
                    </p:anim>
                    <p:animEffect transition="in" filter="fade">
                      <p:cBhvr>
                        <p:cTn dur="500"/>
                        <p:tgtEl>
                          <p:spTgt spid="8"/>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4" name="Table Placeholder 3"/>
          <p:cNvSpPr>
            <a:spLocks noGrp="1"/>
          </p:cNvSpPr>
          <p:nvPr>
            <p:ph type="tbl" sz="quarter" idx="11"/>
          </p:nvPr>
        </p:nvSpPr>
        <p:spPr>
          <a:xfrm>
            <a:off x="402609" y="694944"/>
            <a:ext cx="8430494" cy="4023360"/>
          </a:xfrm>
        </p:spPr>
        <p:txBody>
          <a:bodyPr/>
          <a:lstStyle>
            <a:lvl1pPr marL="0" indent="0">
              <a:buNone/>
              <a:defRPr/>
            </a:lvl1pPr>
          </a:lstStyle>
          <a:p>
            <a:r>
              <a:rPr lang="en-US"/>
              <a:t>Click icon to add table</a:t>
            </a:r>
          </a:p>
        </p:txBody>
      </p:sp>
      <p:sp>
        <p:nvSpPr>
          <p:cNvPr id="11" name="Slide Number Placeholder 6"/>
          <p:cNvSpPr>
            <a:spLocks noGrp="1" noChangeArrowheads="1"/>
          </p:cNvSpPr>
          <p:nvPr>
            <p:ph type="sldNum" sz="quarter" idx="4"/>
          </p:nvPr>
        </p:nvSpPr>
        <p:spPr bwMode="auto">
          <a:xfrm>
            <a:off x="8264526" y="4847253"/>
            <a:ext cx="700087" cy="264319"/>
          </a:xfrm>
          <a:prstGeom prst="rect">
            <a:avLst/>
          </a:prstGeom>
          <a:noFill/>
          <a:ln w="9525">
            <a:noFill/>
            <a:miter lim="800000"/>
            <a:headEnd/>
            <a:tailEnd/>
          </a:ln>
        </p:spPr>
        <p:txBody>
          <a:bodyPr vert="horz" wrap="square" lIns="91440" tIns="45720" rIns="109728" bIns="45720" numCol="1" anchor="ctr" anchorCtr="0" compatLnSpc="1">
            <a:prstTxWarp prst="textNoShape">
              <a:avLst/>
            </a:prstTxWarp>
          </a:bodyPr>
          <a:lstStyle>
            <a:lvl1pPr algn="r">
              <a:defRPr sz="900">
                <a:solidFill>
                  <a:schemeClr val="tx1">
                    <a:lumMod val="75000"/>
                    <a:lumOff val="25000"/>
                  </a:schemeClr>
                </a:solidFill>
                <a:ea typeface="Arial Unicode MS" pitchFamily="34" charset="-128"/>
                <a:cs typeface="Arial Unicode MS" pitchFamily="34" charset="-128"/>
              </a:defRPr>
            </a:lvl1pPr>
          </a:lstStyle>
          <a:p>
            <a:pPr>
              <a:defRPr/>
            </a:pPr>
            <a:r>
              <a:rPr lang="en-US"/>
              <a:t> </a:t>
            </a:r>
            <a:fld id="{1E4F3C7E-6C5A-7646-8E6B-0CB5FE640933}" type="slidenum">
              <a:rPr lang="en-US" smtClean="0"/>
              <a:pPr>
                <a:defRPr/>
              </a:pPr>
              <a:t>‹#›</a:t>
            </a:fld>
            <a:endParaRPr lang="en-US"/>
          </a:p>
        </p:txBody>
      </p:sp>
      <mc:AlternateContent xmlns:mc="http://schemas.openxmlformats.org/markup-compatibility/2006" xmlns:a14="http://schemas.microsoft.com/office/drawing/2010/main">
        <mc:Choice Requires="a14">
          <p:sp>
            <p:nvSpPr>
              <p:cNvPr id="6" name="Text Placeholder 4"/>
              <p:cNvSpPr>
                <a:spLocks noGrp="1"/>
              </p:cNvSpPr>
              <p:nvPr>
                <p:ph type="body" sz="quarter" idx="10" hasCustomPrompt="1"/>
              </p:nvPr>
            </p:nvSpPr>
            <p:spPr>
              <a:xfrm>
                <a:off x="1131557" y="4865707"/>
                <a:ext cx="7132968" cy="227410"/>
              </a:xfrm>
            </p:spPr>
            <p:txBody>
              <a:bodyPr anchor="ctr" anchorCtr="0"/>
              <a:lstStyle>
                <a:lvl1pPr marL="0" indent="0" algn="ctr">
                  <a:buNone/>
                  <a:defRPr lang="en-US" sz="1200" b="1" dirty="0" smtClean="0">
                    <a:solidFill>
                      <a:srgbClr val="005F9A"/>
                    </a:solidFill>
                    <a:latin typeface="+mn-lt"/>
                    <a:ea typeface="+mn-ea"/>
                    <a:cs typeface="+mn-cs"/>
                  </a:defRPr>
                </a:lvl1pPr>
              </a:lstStyle>
              <a:p>
                <a:r>
                  <a:rPr lang="en-US"/>
                  <a:t>CLICK TO ADD KICKER </a:t>
                </a:r>
                <a14:m>
                  <m:oMath xmlns:m="http://schemas.openxmlformats.org/officeDocument/2006/math">
                    <m:r>
                      <a:rPr lang="en-US" i="1" dirty="0" smtClean="0">
                        <a:ln>
                          <a:solidFill>
                            <a:sysClr val="windowText" lastClr="000000"/>
                          </a:solidFill>
                        </a:ln>
                        <a:latin typeface="Cambria Math" panose="02040503050406030204" pitchFamily="18" charset="0"/>
                        <a:ea typeface="Cambria Math" panose="02040503050406030204" pitchFamily="18" charset="0"/>
                      </a:rPr>
                      <m:t>−</m:t>
                    </m:r>
                  </m:oMath>
                </a14:m>
                <a:r>
                  <a:rPr lang="en-US"/>
                  <a:t> UPPERCASE</a:t>
                </a:r>
              </a:p>
            </p:txBody>
          </p:sp>
        </mc:Choice>
        <mc:Fallback xmlns="">
          <p:sp>
            <p:nvSpPr>
              <p:cNvPr id="6" name="Text Placeholder 4"/>
              <p:cNvSpPr>
                <a:spLocks noGrp="1" noRot="1" noChangeAspect="1" noMove="1" noResize="1" noEditPoints="1" noAdjustHandles="1" noChangeArrowheads="1" noChangeShapeType="1" noTextEdit="1"/>
              </p:cNvSpPr>
              <p:nvPr>
                <p:ph type="body" sz="quarter" idx="10" hasCustomPrompt="1"/>
              </p:nvPr>
            </p:nvSpPr>
            <p:spPr>
              <a:xfrm>
                <a:off x="1131557" y="4865707"/>
                <a:ext cx="7132968" cy="227410"/>
              </a:xfrm>
              <a:blipFill>
                <a:blip r:embed="rId2"/>
                <a:stretch>
                  <a:fillRect t="-13514" b="-29730"/>
                </a:stretch>
              </a:blipFill>
            </p:spPr>
            <p:txBody>
              <a:bodyPr/>
              <a:lstStyle/>
              <a:p>
                <a:r>
                  <a:rPr lang="en-US">
                    <a:noFill/>
                  </a:rPr>
                  <a:t> </a:t>
                </a:r>
              </a:p>
            </p:txBody>
          </p:sp>
        </mc:Fallback>
      </mc:AlternateContent>
      <p:sp>
        <p:nvSpPr>
          <p:cNvPr id="8" name="Title 3"/>
          <p:cNvSpPr>
            <a:spLocks noGrp="1"/>
          </p:cNvSpPr>
          <p:nvPr>
            <p:ph type="title" hasCustomPrompt="1"/>
          </p:nvPr>
        </p:nvSpPr>
        <p:spPr>
          <a:xfrm>
            <a:off x="170821" y="1"/>
            <a:ext cx="8812405" cy="617974"/>
          </a:xfrm>
        </p:spPr>
        <p:txBody>
          <a:bodyPr/>
          <a:lstStyle>
            <a:lvl1pPr>
              <a:defRPr/>
            </a:lvl1pPr>
          </a:lstStyle>
          <a:p>
            <a:r>
              <a:rPr lang="en-US"/>
              <a:t>Click to add title</a:t>
            </a:r>
          </a:p>
        </p:txBody>
      </p:sp>
    </p:spTree>
    <p:extLst>
      <p:ext uri="{BB962C8B-B14F-4D97-AF65-F5344CB8AC3E}">
        <p14:creationId xmlns:p14="http://schemas.microsoft.com/office/powerpoint/2010/main" val="1597294168"/>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tmplLst>
          <p:tmpl>
            <p:tnLst>
              <p:par>
                <p:cTn presetID="53" presetClass="entr" presetSubtype="16" fill="hold" nodeType="withEffect">
                  <p:stCondLst>
                    <p:cond delay="0"/>
                  </p:stCondLst>
                  <p:childTnLst>
                    <p:set>
                      <p:cBhvr>
                        <p:cTn dur="1" fill="hold">
                          <p:stCondLst>
                            <p:cond delay="0"/>
                          </p:stCondLst>
                        </p:cTn>
                        <p:tgtEl>
                          <p:spTgt spid="6"/>
                        </p:tgtEl>
                        <p:attrNameLst>
                          <p:attrName>style.visibility</p:attrName>
                        </p:attrNameLst>
                      </p:cBhvr>
                      <p:to>
                        <p:strVal val="visible"/>
                      </p:to>
                    </p:set>
                    <p:anim calcmode="lin" valueType="num">
                      <p:cBhvr>
                        <p:cTn dur="500" fill="hold"/>
                        <p:tgtEl>
                          <p:spTgt spid="6"/>
                        </p:tgtEl>
                        <p:attrNameLst>
                          <p:attrName>ppt_w</p:attrName>
                        </p:attrNameLst>
                      </p:cBhvr>
                      <p:tavLst>
                        <p:tav tm="0">
                          <p:val>
                            <p:fltVal val="0"/>
                          </p:val>
                        </p:tav>
                        <p:tav tm="100000">
                          <p:val>
                            <p:strVal val="#ppt_w"/>
                          </p:val>
                        </p:tav>
                      </p:tavLst>
                    </p:anim>
                    <p:anim calcmode="lin" valueType="num">
                      <p:cBhvr>
                        <p:cTn dur="500" fill="hold"/>
                        <p:tgtEl>
                          <p:spTgt spid="6"/>
                        </p:tgtEl>
                        <p:attrNameLst>
                          <p:attrName>ppt_h</p:attrName>
                        </p:attrNameLst>
                      </p:cBhvr>
                      <p:tavLst>
                        <p:tav tm="0">
                          <p:val>
                            <p:fltVal val="0"/>
                          </p:val>
                        </p:tav>
                        <p:tav tm="100000">
                          <p:val>
                            <p:strVal val="#ppt_h"/>
                          </p:val>
                        </p:tav>
                      </p:tavLst>
                    </p:anim>
                    <p:animEffect transition="in" filter="fade">
                      <p:cBhvr>
                        <p:cTn dur="500"/>
                        <p:tgtEl>
                          <p:spTgt spid="6"/>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raph/ Image">
    <p:spTree>
      <p:nvGrpSpPr>
        <p:cNvPr id="1" name=""/>
        <p:cNvGrpSpPr/>
        <p:nvPr/>
      </p:nvGrpSpPr>
      <p:grpSpPr>
        <a:xfrm>
          <a:off x="0" y="0"/>
          <a:ext cx="0" cy="0"/>
          <a:chOff x="0" y="0"/>
          <a:chExt cx="0" cy="0"/>
        </a:xfrm>
      </p:grpSpPr>
      <p:sp>
        <p:nvSpPr>
          <p:cNvPr id="10" name="Slide Number Placeholder 6"/>
          <p:cNvSpPr>
            <a:spLocks noGrp="1" noChangeArrowheads="1"/>
          </p:cNvSpPr>
          <p:nvPr>
            <p:ph type="sldNum" sz="quarter" idx="4"/>
          </p:nvPr>
        </p:nvSpPr>
        <p:spPr bwMode="auto">
          <a:xfrm>
            <a:off x="8264526" y="4847253"/>
            <a:ext cx="700087" cy="264319"/>
          </a:xfrm>
          <a:prstGeom prst="rect">
            <a:avLst/>
          </a:prstGeom>
          <a:noFill/>
          <a:ln w="9525">
            <a:noFill/>
            <a:miter lim="800000"/>
            <a:headEnd/>
            <a:tailEnd/>
          </a:ln>
        </p:spPr>
        <p:txBody>
          <a:bodyPr vert="horz" wrap="square" lIns="91440" tIns="45720" rIns="109728" bIns="45720" numCol="1" anchor="ctr" anchorCtr="0" compatLnSpc="1">
            <a:prstTxWarp prst="textNoShape">
              <a:avLst/>
            </a:prstTxWarp>
          </a:bodyPr>
          <a:lstStyle>
            <a:lvl1pPr algn="r">
              <a:defRPr sz="900">
                <a:solidFill>
                  <a:schemeClr val="tx1">
                    <a:lumMod val="75000"/>
                    <a:lumOff val="25000"/>
                  </a:schemeClr>
                </a:solidFill>
                <a:ea typeface="Arial Unicode MS" pitchFamily="34" charset="-128"/>
                <a:cs typeface="Arial Unicode MS" pitchFamily="34" charset="-128"/>
              </a:defRPr>
            </a:lvl1pPr>
          </a:lstStyle>
          <a:p>
            <a:pPr>
              <a:defRPr/>
            </a:pPr>
            <a:r>
              <a:rPr lang="en-US"/>
              <a:t> </a:t>
            </a:r>
            <a:fld id="{1E4F3C7E-6C5A-7646-8E6B-0CB5FE640933}" type="slidenum">
              <a:rPr lang="en-US" smtClean="0"/>
              <a:pPr>
                <a:defRPr/>
              </a:pPr>
              <a:t>‹#›</a:t>
            </a:fld>
            <a:endParaRPr lang="en-US"/>
          </a:p>
        </p:txBody>
      </p:sp>
      <p:sp>
        <p:nvSpPr>
          <p:cNvPr id="3" name="Picture Placeholder 2"/>
          <p:cNvSpPr>
            <a:spLocks noGrp="1"/>
          </p:cNvSpPr>
          <p:nvPr>
            <p:ph type="pic" sz="quarter" idx="11" hasCustomPrompt="1"/>
          </p:nvPr>
        </p:nvSpPr>
        <p:spPr>
          <a:xfrm>
            <a:off x="402609" y="694944"/>
            <a:ext cx="8430495" cy="4023360"/>
          </a:xfrm>
        </p:spPr>
        <p:txBody>
          <a:bodyPr/>
          <a:lstStyle>
            <a:lvl1pPr marL="0" indent="0">
              <a:buNone/>
              <a:defRPr baseline="0"/>
            </a:lvl1pPr>
          </a:lstStyle>
          <a:p>
            <a:r>
              <a:rPr lang="en-US"/>
              <a:t>Click icon to add image or Paste graph from Excel using “Keep Source Formatting and Embed Workbook”</a:t>
            </a:r>
          </a:p>
        </p:txBody>
      </p:sp>
      <p:sp>
        <p:nvSpPr>
          <p:cNvPr id="2" name="Title 1"/>
          <p:cNvSpPr>
            <a:spLocks noGrp="1"/>
          </p:cNvSpPr>
          <p:nvPr>
            <p:ph type="title" hasCustomPrompt="1"/>
          </p:nvPr>
        </p:nvSpPr>
        <p:spPr/>
        <p:txBody>
          <a:bodyPr/>
          <a:lstStyle>
            <a:lvl1pPr>
              <a:defRPr/>
            </a:lvl1pPr>
          </a:lstStyle>
          <a:p>
            <a:r>
              <a:rPr lang="en-US"/>
              <a:t>Click to add title</a:t>
            </a:r>
          </a:p>
        </p:txBody>
      </p:sp>
      <mc:AlternateContent xmlns:mc="http://schemas.openxmlformats.org/markup-compatibility/2006" xmlns:a14="http://schemas.microsoft.com/office/drawing/2010/main">
        <mc:Choice Requires="a14">
          <p:sp>
            <p:nvSpPr>
              <p:cNvPr id="6" name="Text Placeholder 4"/>
              <p:cNvSpPr>
                <a:spLocks noGrp="1"/>
              </p:cNvSpPr>
              <p:nvPr>
                <p:ph type="body" sz="quarter" idx="10" hasCustomPrompt="1"/>
              </p:nvPr>
            </p:nvSpPr>
            <p:spPr>
              <a:xfrm>
                <a:off x="1131557" y="4865707"/>
                <a:ext cx="7132968" cy="227410"/>
              </a:xfrm>
            </p:spPr>
            <p:txBody>
              <a:bodyPr anchor="ctr" anchorCtr="0"/>
              <a:lstStyle>
                <a:lvl1pPr marL="0" indent="0" algn="ctr">
                  <a:buNone/>
                  <a:defRPr lang="en-US" sz="1200" b="1" dirty="0" smtClean="0">
                    <a:solidFill>
                      <a:srgbClr val="005F9A"/>
                    </a:solidFill>
                    <a:latin typeface="+mn-lt"/>
                    <a:ea typeface="+mn-ea"/>
                    <a:cs typeface="+mn-cs"/>
                  </a:defRPr>
                </a:lvl1pPr>
              </a:lstStyle>
              <a:p>
                <a:r>
                  <a:rPr lang="en-US"/>
                  <a:t>CLICK TO ADD KICKER </a:t>
                </a:r>
                <a14:m>
                  <m:oMath xmlns:m="http://schemas.openxmlformats.org/officeDocument/2006/math">
                    <m:r>
                      <a:rPr lang="en-US" i="1" dirty="0" smtClean="0">
                        <a:ln>
                          <a:solidFill>
                            <a:sysClr val="windowText" lastClr="000000"/>
                          </a:solidFill>
                        </a:ln>
                        <a:latin typeface="Cambria Math" panose="02040503050406030204" pitchFamily="18" charset="0"/>
                        <a:ea typeface="Cambria Math" panose="02040503050406030204" pitchFamily="18" charset="0"/>
                      </a:rPr>
                      <m:t>−</m:t>
                    </m:r>
                  </m:oMath>
                </a14:m>
                <a:r>
                  <a:rPr lang="en-US"/>
                  <a:t> UPPERCASE</a:t>
                </a:r>
              </a:p>
            </p:txBody>
          </p:sp>
        </mc:Choice>
        <mc:Fallback xmlns="">
          <p:sp>
            <p:nvSpPr>
              <p:cNvPr id="6" name="Text Placeholder 4"/>
              <p:cNvSpPr>
                <a:spLocks noGrp="1" noRot="1" noChangeAspect="1" noMove="1" noResize="1" noEditPoints="1" noAdjustHandles="1" noChangeArrowheads="1" noChangeShapeType="1" noTextEdit="1"/>
              </p:cNvSpPr>
              <p:nvPr>
                <p:ph type="body" sz="quarter" idx="10" hasCustomPrompt="1"/>
              </p:nvPr>
            </p:nvSpPr>
            <p:spPr>
              <a:xfrm>
                <a:off x="1131557" y="4865707"/>
                <a:ext cx="7132968" cy="227410"/>
              </a:xfrm>
              <a:blipFill>
                <a:blip r:embed="rId2"/>
                <a:stretch>
                  <a:fillRect t="-13514" b="-29730"/>
                </a:stretch>
              </a:blipFill>
            </p:spPr>
            <p:txBody>
              <a:bodyPr/>
              <a:lstStyle/>
              <a:p>
                <a:r>
                  <a:rPr lang="en-US">
                    <a:noFill/>
                  </a:rPr>
                  <a:t> </a:t>
                </a:r>
              </a:p>
            </p:txBody>
          </p:sp>
        </mc:Fallback>
      </mc:AlternateContent>
    </p:spTree>
    <p:extLst>
      <p:ext uri="{BB962C8B-B14F-4D97-AF65-F5344CB8AC3E}">
        <p14:creationId xmlns:p14="http://schemas.microsoft.com/office/powerpoint/2010/main" val="232127956"/>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tmplLst>
          <p:tmpl>
            <p:tnLst>
              <p:par>
                <p:cTn presetID="53" presetClass="entr" presetSubtype="16" fill="hold" nodeType="withEffect">
                  <p:stCondLst>
                    <p:cond delay="0"/>
                  </p:stCondLst>
                  <p:childTnLst>
                    <p:set>
                      <p:cBhvr>
                        <p:cTn dur="1" fill="hold">
                          <p:stCondLst>
                            <p:cond delay="0"/>
                          </p:stCondLst>
                        </p:cTn>
                        <p:tgtEl>
                          <p:spTgt spid="6"/>
                        </p:tgtEl>
                        <p:attrNameLst>
                          <p:attrName>style.visibility</p:attrName>
                        </p:attrNameLst>
                      </p:cBhvr>
                      <p:to>
                        <p:strVal val="visible"/>
                      </p:to>
                    </p:set>
                    <p:anim calcmode="lin" valueType="num">
                      <p:cBhvr>
                        <p:cTn dur="500" fill="hold"/>
                        <p:tgtEl>
                          <p:spTgt spid="6"/>
                        </p:tgtEl>
                        <p:attrNameLst>
                          <p:attrName>ppt_w</p:attrName>
                        </p:attrNameLst>
                      </p:cBhvr>
                      <p:tavLst>
                        <p:tav tm="0">
                          <p:val>
                            <p:fltVal val="0"/>
                          </p:val>
                        </p:tav>
                        <p:tav tm="100000">
                          <p:val>
                            <p:strVal val="#ppt_w"/>
                          </p:val>
                        </p:tav>
                      </p:tavLst>
                    </p:anim>
                    <p:anim calcmode="lin" valueType="num">
                      <p:cBhvr>
                        <p:cTn dur="500" fill="hold"/>
                        <p:tgtEl>
                          <p:spTgt spid="6"/>
                        </p:tgtEl>
                        <p:attrNameLst>
                          <p:attrName>ppt_h</p:attrName>
                        </p:attrNameLst>
                      </p:cBhvr>
                      <p:tavLst>
                        <p:tav tm="0">
                          <p:val>
                            <p:fltVal val="0"/>
                          </p:val>
                        </p:tav>
                        <p:tav tm="100000">
                          <p:val>
                            <p:strVal val="#ppt_h"/>
                          </p:val>
                        </p:tav>
                      </p:tavLst>
                    </p:anim>
                    <p:animEffect transition="in" filter="fade">
                      <p:cBhvr>
                        <p:cTn dur="500"/>
                        <p:tgtEl>
                          <p:spTgt spid="6"/>
                        </p:tgtEl>
                      </p:cBhvr>
                    </p:animEffect>
                  </p:childTnLst>
                </p:cTn>
              </p:par>
            </p:tnLst>
          </p:tmpl>
        </p:tmplLst>
      </p:bldP>
    </p:bldLst>
  </p:timing>
  <p:extLst>
    <p:ext uri="{DCECCB84-F9BA-43D5-87BE-67443E8EF086}">
      <p15:sldGuideLst xmlns:p15="http://schemas.microsoft.com/office/powerpoint/2012/main">
        <p15:guide id="1" pos="720">
          <p15:clr>
            <a:srgbClr val="C35EA4"/>
          </p15:clr>
        </p15:guide>
        <p15:guide id="2" pos="5184">
          <p15:clr>
            <a:srgbClr val="C35EA4"/>
          </p15:clr>
        </p15:guide>
        <p15:guide id="3" orient="horz" pos="756">
          <p15:clr>
            <a:srgbClr val="C35EA4"/>
          </p15:clr>
        </p15:guide>
        <p15:guide id="4" orient="horz" pos="2460">
          <p15:clr>
            <a:srgbClr val="C35EA4"/>
          </p15:clr>
        </p15:guide>
        <p15:guide id="5" pos="5064">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Closing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69" y="0"/>
            <a:ext cx="9143261" cy="5143500"/>
          </a:xfrm>
          <a:prstGeom prst="rect">
            <a:avLst/>
          </a:prstGeom>
        </p:spPr>
      </p:pic>
      <p:pic>
        <p:nvPicPr>
          <p:cNvPr id="10" name="Picture 9"/>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3424887" y="762653"/>
            <a:ext cx="2286000" cy="1003935"/>
          </a:xfrm>
          <a:prstGeom prst="rect">
            <a:avLst/>
          </a:prstGeom>
        </p:spPr>
      </p:pic>
      <p:graphicFrame>
        <p:nvGraphicFramePr>
          <p:cNvPr id="7" name="Table 6"/>
          <p:cNvGraphicFramePr>
            <a:graphicFrameLocks noGrp="1"/>
          </p:cNvGraphicFramePr>
          <p:nvPr userDrawn="1">
            <p:extLst>
              <p:ext uri="{D42A27DB-BD31-4B8C-83A1-F6EECF244321}">
                <p14:modId xmlns:p14="http://schemas.microsoft.com/office/powerpoint/2010/main" val="2902525491"/>
              </p:ext>
            </p:extLst>
          </p:nvPr>
        </p:nvGraphicFramePr>
        <p:xfrm>
          <a:off x="2898071" y="1872269"/>
          <a:ext cx="3285666" cy="266700"/>
        </p:xfrm>
        <a:graphic>
          <a:graphicData uri="http://schemas.openxmlformats.org/drawingml/2006/table">
            <a:tbl>
              <a:tblPr firstRow="1" bandRow="1">
                <a:effectLst/>
                <a:tableStyleId>{5C22544A-7EE6-4342-B048-85BDC9FD1C3A}</a:tableStyleId>
              </a:tblPr>
              <a:tblGrid>
                <a:gridCol w="1095222">
                  <a:extLst>
                    <a:ext uri="{9D8B030D-6E8A-4147-A177-3AD203B41FA5}">
                      <a16:colId xmlns:a16="http://schemas.microsoft.com/office/drawing/2014/main" val="20000"/>
                    </a:ext>
                  </a:extLst>
                </a:gridCol>
                <a:gridCol w="1095222">
                  <a:extLst>
                    <a:ext uri="{9D8B030D-6E8A-4147-A177-3AD203B41FA5}">
                      <a16:colId xmlns:a16="http://schemas.microsoft.com/office/drawing/2014/main" val="20001"/>
                    </a:ext>
                  </a:extLst>
                </a:gridCol>
                <a:gridCol w="1095222">
                  <a:extLst>
                    <a:ext uri="{9D8B030D-6E8A-4147-A177-3AD203B41FA5}">
                      <a16:colId xmlns:a16="http://schemas.microsoft.com/office/drawing/2014/main" val="20002"/>
                    </a:ext>
                  </a:extLst>
                </a:gridCol>
              </a:tblGrid>
              <a:tr h="228600">
                <a:tc>
                  <a:txBody>
                    <a:bodyPr/>
                    <a:lstStyle/>
                    <a:p>
                      <a:pPr marL="0" indent="0" algn="ctr">
                        <a:buFont typeface="Arial" panose="020B0604020202020204" pitchFamily="34" charset="0"/>
                        <a:buNone/>
                      </a:pPr>
                      <a:r>
                        <a:rPr lang="en-US" sz="1300" b="0">
                          <a:solidFill>
                            <a:schemeClr val="bg1"/>
                          </a:solidFill>
                          <a:effectLst>
                            <a:outerShdw blurRad="38100" dist="38100" dir="2700000" algn="tl">
                              <a:srgbClr val="000000">
                                <a:alpha val="43137"/>
                              </a:srgbClr>
                            </a:outerShdw>
                          </a:effectLst>
                          <a:latin typeface="Frutiger LT Pro 45 Light" panose="020B0403030504020204" pitchFamily="34" charset="0"/>
                        </a:rPr>
                        <a:t>PROVEN                    </a:t>
                      </a:r>
                    </a:p>
                  </a:txBody>
                  <a:tcPr marL="182880" marR="1828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300" b="0">
                          <a:solidFill>
                            <a:schemeClr val="bg1"/>
                          </a:solidFill>
                          <a:effectLst>
                            <a:outerShdw blurRad="38100" dist="38100" dir="2700000" algn="tl">
                              <a:srgbClr val="000000">
                                <a:alpha val="43137"/>
                              </a:srgbClr>
                            </a:outerShdw>
                          </a:effectLst>
                          <a:latin typeface="Frutiger LT Pro 45 Light" panose="020B0403030504020204" pitchFamily="34" charset="0"/>
                        </a:rPr>
                        <a:t>EFFECTIVE</a:t>
                      </a:r>
                    </a:p>
                  </a:txBody>
                  <a:tcPr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indent="0" algn="ctr">
                        <a:buFont typeface="Arial" panose="020B0604020202020204" pitchFamily="34" charset="0"/>
                        <a:buNone/>
                      </a:pPr>
                      <a:r>
                        <a:rPr lang="en-US" sz="1300" b="0">
                          <a:solidFill>
                            <a:schemeClr val="bg1"/>
                          </a:solidFill>
                          <a:effectLst>
                            <a:outerShdw blurRad="38100" dist="38100" dir="2700000" algn="tl">
                              <a:srgbClr val="000000">
                                <a:alpha val="43137"/>
                              </a:srgbClr>
                            </a:outerShdw>
                          </a:effectLst>
                          <a:latin typeface="Frutiger LT Pro 45 Light" panose="020B0403030504020204" pitchFamily="34" charset="0"/>
                        </a:rPr>
                        <a:t>STRATEGY</a:t>
                      </a:r>
                    </a:p>
                  </a:txBody>
                  <a:tcPr marL="1828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8" name="Oval 7"/>
          <p:cNvSpPr/>
          <p:nvPr userDrawn="1"/>
        </p:nvSpPr>
        <p:spPr bwMode="auto">
          <a:xfrm>
            <a:off x="3938785" y="1986805"/>
            <a:ext cx="54864" cy="54864"/>
          </a:xfrm>
          <a:prstGeom prst="ellipse">
            <a:avLst/>
          </a:prstGeom>
          <a:solidFill>
            <a:schemeClr val="bg1"/>
          </a:solidFill>
          <a:ln w="9525" cap="flat" cmpd="sng" algn="ctr">
            <a:noFill/>
            <a:prstDash val="solid"/>
            <a:round/>
            <a:headEnd type="none" w="med" len="med"/>
            <a:tailEnd type="none" w="med" len="med"/>
          </a:ln>
          <a:effectLst/>
          <a:scene3d>
            <a:camera prst="orthographicFront"/>
            <a:lightRig rig="threePt" dir="t"/>
          </a:scene3d>
          <a:sp3d>
            <a:bevelT w="38100" h="38100"/>
          </a:sp3d>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9" name="Oval 8"/>
          <p:cNvSpPr/>
          <p:nvPr userDrawn="1"/>
        </p:nvSpPr>
        <p:spPr bwMode="auto">
          <a:xfrm>
            <a:off x="5106033" y="1986805"/>
            <a:ext cx="54864" cy="54864"/>
          </a:xfrm>
          <a:prstGeom prst="ellipse">
            <a:avLst/>
          </a:prstGeom>
          <a:solidFill>
            <a:schemeClr val="bg1"/>
          </a:solidFill>
          <a:ln w="9525" cap="flat" cmpd="sng" algn="ctr">
            <a:noFill/>
            <a:prstDash val="solid"/>
            <a:round/>
            <a:headEnd type="none" w="med" len="med"/>
            <a:tailEnd type="none" w="med" len="med"/>
          </a:ln>
          <a:effectLst/>
          <a:scene3d>
            <a:camera prst="orthographicFront"/>
            <a:lightRig rig="threePt" dir="t"/>
          </a:scene3d>
          <a:sp3d>
            <a:bevelT w="38100" h="38100"/>
          </a:sp3d>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15" name="Oval 14"/>
          <p:cNvSpPr/>
          <p:nvPr userDrawn="1"/>
        </p:nvSpPr>
        <p:spPr bwMode="auto">
          <a:xfrm>
            <a:off x="3938785" y="1986805"/>
            <a:ext cx="54864" cy="54864"/>
          </a:xfrm>
          <a:prstGeom prst="ellipse">
            <a:avLst/>
          </a:prstGeom>
          <a:solidFill>
            <a:schemeClr val="bg1"/>
          </a:solidFill>
          <a:ln w="9525" cap="flat" cmpd="sng" algn="ctr">
            <a:noFill/>
            <a:prstDash val="solid"/>
            <a:round/>
            <a:headEnd type="none" w="med" len="med"/>
            <a:tailEnd type="none" w="med" len="med"/>
          </a:ln>
          <a:effectLst/>
          <a:scene3d>
            <a:camera prst="orthographicFront"/>
            <a:lightRig rig="threePt" dir="t"/>
          </a:scene3d>
          <a:sp3d>
            <a:bevelT w="38100" h="38100"/>
          </a:sp3d>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17" name="Oval 16"/>
          <p:cNvSpPr/>
          <p:nvPr userDrawn="1"/>
        </p:nvSpPr>
        <p:spPr bwMode="auto">
          <a:xfrm>
            <a:off x="5106033" y="1986805"/>
            <a:ext cx="54864" cy="54864"/>
          </a:xfrm>
          <a:prstGeom prst="ellipse">
            <a:avLst/>
          </a:prstGeom>
          <a:solidFill>
            <a:schemeClr val="bg1"/>
          </a:solidFill>
          <a:ln w="9525" cap="flat" cmpd="sng" algn="ctr">
            <a:noFill/>
            <a:prstDash val="solid"/>
            <a:round/>
            <a:headEnd type="none" w="med" len="med"/>
            <a:tailEnd type="none" w="med" len="med"/>
          </a:ln>
          <a:effectLst/>
          <a:scene3d>
            <a:camera prst="orthographicFront"/>
            <a:lightRig rig="threePt" dir="t"/>
          </a:scene3d>
          <a:sp3d>
            <a:bevelT w="38100" h="38100"/>
          </a:sp3d>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23" name="Oval 22"/>
          <p:cNvSpPr/>
          <p:nvPr userDrawn="1"/>
        </p:nvSpPr>
        <p:spPr bwMode="auto">
          <a:xfrm>
            <a:off x="3938785" y="1986805"/>
            <a:ext cx="54864" cy="54864"/>
          </a:xfrm>
          <a:prstGeom prst="ellipse">
            <a:avLst/>
          </a:prstGeom>
          <a:solidFill>
            <a:schemeClr val="bg1"/>
          </a:solidFill>
          <a:ln w="9525" cap="flat" cmpd="sng" algn="ctr">
            <a:noFill/>
            <a:prstDash val="solid"/>
            <a:round/>
            <a:headEnd type="none" w="med" len="med"/>
            <a:tailEnd type="none" w="med" len="med"/>
          </a:ln>
          <a:effectLst/>
          <a:scene3d>
            <a:camera prst="orthographicFront"/>
            <a:lightRig rig="threePt" dir="t"/>
          </a:scene3d>
          <a:sp3d>
            <a:bevelT w="38100" h="38100"/>
          </a:sp3d>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24" name="Oval 23"/>
          <p:cNvSpPr/>
          <p:nvPr userDrawn="1"/>
        </p:nvSpPr>
        <p:spPr bwMode="auto">
          <a:xfrm>
            <a:off x="5106033" y="1986805"/>
            <a:ext cx="54864" cy="54864"/>
          </a:xfrm>
          <a:prstGeom prst="ellipse">
            <a:avLst/>
          </a:prstGeom>
          <a:solidFill>
            <a:schemeClr val="bg1"/>
          </a:solidFill>
          <a:ln w="9525" cap="flat" cmpd="sng" algn="ctr">
            <a:noFill/>
            <a:prstDash val="solid"/>
            <a:round/>
            <a:headEnd type="none" w="med" len="med"/>
            <a:tailEnd type="none" w="med" len="med"/>
          </a:ln>
          <a:effectLst/>
          <a:scene3d>
            <a:camera prst="orthographicFront"/>
            <a:lightRig rig="threePt" dir="t"/>
          </a:scene3d>
          <a:sp3d>
            <a:bevelT w="38100" h="38100"/>
          </a:sp3d>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30" name="Oval 29"/>
          <p:cNvSpPr/>
          <p:nvPr userDrawn="1"/>
        </p:nvSpPr>
        <p:spPr bwMode="auto">
          <a:xfrm>
            <a:off x="3938785" y="1986805"/>
            <a:ext cx="54864" cy="54864"/>
          </a:xfrm>
          <a:prstGeom prst="ellipse">
            <a:avLst/>
          </a:prstGeom>
          <a:solidFill>
            <a:schemeClr val="bg1"/>
          </a:solidFill>
          <a:ln w="9525" cap="flat" cmpd="sng" algn="ctr">
            <a:noFill/>
            <a:prstDash val="solid"/>
            <a:round/>
            <a:headEnd type="none" w="med" len="med"/>
            <a:tailEnd type="none" w="med" len="med"/>
          </a:ln>
          <a:effectLst/>
          <a:scene3d>
            <a:camera prst="orthographicFront"/>
            <a:lightRig rig="threePt" dir="t"/>
          </a:scene3d>
          <a:sp3d>
            <a:bevelT w="38100" h="38100"/>
          </a:sp3d>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31" name="Oval 30"/>
          <p:cNvSpPr/>
          <p:nvPr userDrawn="1"/>
        </p:nvSpPr>
        <p:spPr bwMode="auto">
          <a:xfrm>
            <a:off x="5106033" y="1986805"/>
            <a:ext cx="54864" cy="54864"/>
          </a:xfrm>
          <a:prstGeom prst="ellipse">
            <a:avLst/>
          </a:prstGeom>
          <a:solidFill>
            <a:schemeClr val="bg1"/>
          </a:solidFill>
          <a:ln w="9525" cap="flat" cmpd="sng" algn="ctr">
            <a:noFill/>
            <a:prstDash val="solid"/>
            <a:round/>
            <a:headEnd type="none" w="med" len="med"/>
            <a:tailEnd type="none" w="med" len="med"/>
          </a:ln>
          <a:effectLst/>
          <a:scene3d>
            <a:camera prst="orthographicFront"/>
            <a:lightRig rig="threePt" dir="t"/>
          </a:scene3d>
          <a:sp3d>
            <a:bevelT w="38100" h="38100"/>
          </a:sp3d>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37" name="Oval 36"/>
          <p:cNvSpPr/>
          <p:nvPr userDrawn="1"/>
        </p:nvSpPr>
        <p:spPr bwMode="auto">
          <a:xfrm>
            <a:off x="3938785" y="1986805"/>
            <a:ext cx="54864" cy="54864"/>
          </a:xfrm>
          <a:prstGeom prst="ellipse">
            <a:avLst/>
          </a:prstGeom>
          <a:solidFill>
            <a:schemeClr val="bg1"/>
          </a:solidFill>
          <a:ln w="9525" cap="flat" cmpd="sng" algn="ctr">
            <a:noFill/>
            <a:prstDash val="solid"/>
            <a:round/>
            <a:headEnd type="none" w="med" len="med"/>
            <a:tailEnd type="none" w="med" len="med"/>
          </a:ln>
          <a:effectLst/>
          <a:scene3d>
            <a:camera prst="orthographicFront"/>
            <a:lightRig rig="threePt" dir="t"/>
          </a:scene3d>
          <a:sp3d>
            <a:bevelT w="38100" h="38100"/>
          </a:sp3d>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38" name="Oval 37"/>
          <p:cNvSpPr/>
          <p:nvPr userDrawn="1"/>
        </p:nvSpPr>
        <p:spPr bwMode="auto">
          <a:xfrm>
            <a:off x="5106033" y="1986805"/>
            <a:ext cx="54864" cy="54864"/>
          </a:xfrm>
          <a:prstGeom prst="ellipse">
            <a:avLst/>
          </a:prstGeom>
          <a:solidFill>
            <a:schemeClr val="bg1"/>
          </a:solidFill>
          <a:ln w="9525" cap="flat" cmpd="sng" algn="ctr">
            <a:noFill/>
            <a:prstDash val="solid"/>
            <a:round/>
            <a:headEnd type="none" w="med" len="med"/>
            <a:tailEnd type="none" w="med" len="med"/>
          </a:ln>
          <a:effectLst/>
          <a:scene3d>
            <a:camera prst="orthographicFront"/>
            <a:lightRig rig="threePt" dir="t"/>
          </a:scene3d>
          <a:sp3d>
            <a:bevelT w="38100" h="38100"/>
          </a:sp3d>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44" name="Oval 43"/>
          <p:cNvSpPr/>
          <p:nvPr userDrawn="1"/>
        </p:nvSpPr>
        <p:spPr bwMode="auto">
          <a:xfrm>
            <a:off x="3938785" y="1986805"/>
            <a:ext cx="54864" cy="54864"/>
          </a:xfrm>
          <a:prstGeom prst="ellipse">
            <a:avLst/>
          </a:prstGeom>
          <a:solidFill>
            <a:schemeClr val="bg1"/>
          </a:solidFill>
          <a:ln w="9525" cap="flat" cmpd="sng" algn="ctr">
            <a:noFill/>
            <a:prstDash val="solid"/>
            <a:round/>
            <a:headEnd type="none" w="med" len="med"/>
            <a:tailEnd type="none" w="med" len="med"/>
          </a:ln>
          <a:effectLst/>
          <a:scene3d>
            <a:camera prst="orthographicFront"/>
            <a:lightRig rig="threePt" dir="t"/>
          </a:scene3d>
          <a:sp3d>
            <a:bevelT w="38100" h="38100"/>
          </a:sp3d>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45" name="Oval 44"/>
          <p:cNvSpPr/>
          <p:nvPr userDrawn="1"/>
        </p:nvSpPr>
        <p:spPr bwMode="auto">
          <a:xfrm>
            <a:off x="5106033" y="1986805"/>
            <a:ext cx="54864" cy="54864"/>
          </a:xfrm>
          <a:prstGeom prst="ellipse">
            <a:avLst/>
          </a:prstGeom>
          <a:solidFill>
            <a:schemeClr val="bg1"/>
          </a:solidFill>
          <a:ln w="9525" cap="flat" cmpd="sng" algn="ctr">
            <a:noFill/>
            <a:prstDash val="solid"/>
            <a:round/>
            <a:headEnd type="none" w="med" len="med"/>
            <a:tailEnd type="none" w="med" len="med"/>
          </a:ln>
          <a:effectLst/>
          <a:scene3d>
            <a:camera prst="orthographicFront"/>
            <a:lightRig rig="threePt" dir="t"/>
          </a:scene3d>
          <a:sp3d>
            <a:bevelT w="38100" h="38100"/>
          </a:sp3d>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Tree>
    <p:extLst>
      <p:ext uri="{BB962C8B-B14F-4D97-AF65-F5344CB8AC3E}">
        <p14:creationId xmlns:p14="http://schemas.microsoft.com/office/powerpoint/2010/main" val="203846612"/>
      </p:ext>
    </p:extLst>
  </p:cSld>
  <p:clrMapOvr>
    <a:masterClrMapping/>
  </p:clrMapOvr>
  <p:transition spd="slow">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1" name="Rectangle 3"/>
          <p:cNvSpPr>
            <a:spLocks noGrp="1" noChangeArrowheads="1"/>
          </p:cNvSpPr>
          <p:nvPr>
            <p:ph type="body" idx="1"/>
          </p:nvPr>
        </p:nvSpPr>
        <p:spPr bwMode="auto">
          <a:xfrm>
            <a:off x="403200" y="696777"/>
            <a:ext cx="8428940" cy="4023360"/>
          </a:xfrm>
          <a:prstGeom prst="rect">
            <a:avLst/>
          </a:prstGeom>
          <a:noFill/>
          <a:ln w="9525">
            <a:noFill/>
            <a:miter lim="800000"/>
            <a:headEnd/>
            <a:tailEnd/>
          </a:ln>
        </p:spPr>
        <p:txBody>
          <a:bodyPr vert="horz" wrap="square" lIns="0" tIns="45720" rIns="91440" bIns="45720" numCol="1" anchor="t" anchorCtr="0" compatLnSpc="1">
            <a:prstTxWarp prst="textNoShape">
              <a:avLst/>
            </a:prstTxWarp>
          </a:bodyPr>
          <a:lstStyle/>
          <a:p>
            <a:pPr lvl="0"/>
            <a:r>
              <a:rPr lang="en-US"/>
              <a:t>Click to add first level bullet</a:t>
            </a:r>
          </a:p>
          <a:p>
            <a:pPr lvl="1"/>
            <a:r>
              <a:rPr lang="en-US"/>
              <a:t>Second level</a:t>
            </a:r>
          </a:p>
          <a:p>
            <a:pPr lvl="2"/>
            <a:r>
              <a:rPr lang="en-US"/>
              <a:t>Third level</a:t>
            </a:r>
          </a:p>
          <a:p>
            <a:pPr lvl="3"/>
            <a:r>
              <a:rPr lang="en-US"/>
              <a:t>Fourth level</a:t>
            </a:r>
          </a:p>
          <a:p>
            <a:pPr lvl="4"/>
            <a:r>
              <a:rPr lang="en-US"/>
              <a:t>Fifth level</a:t>
            </a:r>
          </a:p>
        </p:txBody>
      </p:sp>
      <p:sp>
        <p:nvSpPr>
          <p:cNvPr id="1035" name="Rectangle 2"/>
          <p:cNvSpPr>
            <a:spLocks noGrp="1" noChangeArrowheads="1"/>
          </p:cNvSpPr>
          <p:nvPr>
            <p:ph type="title"/>
          </p:nvPr>
        </p:nvSpPr>
        <p:spPr bwMode="auto">
          <a:xfrm>
            <a:off x="170821" y="1"/>
            <a:ext cx="8812405" cy="617974"/>
          </a:xfrm>
          <a:prstGeom prst="rect">
            <a:avLst/>
          </a:prstGeom>
          <a:noFill/>
          <a:ln w="9525">
            <a:noFill/>
            <a:miter lim="800000"/>
            <a:headEnd/>
            <a:tailEnd/>
          </a:ln>
        </p:spPr>
        <p:txBody>
          <a:bodyPr vert="horz" wrap="square" lIns="228600" tIns="45720" rIns="91440" bIns="45720" numCol="1" anchor="ctr" anchorCtr="0" compatLnSpc="1">
            <a:prstTxWarp prst="textNoShape">
              <a:avLst/>
            </a:prstTxWarp>
          </a:bodyPr>
          <a:lstStyle/>
          <a:p>
            <a:pPr lvl="0"/>
            <a:r>
              <a:rPr lang="en-US"/>
              <a:t>Click to add title</a:t>
            </a:r>
          </a:p>
        </p:txBody>
      </p:sp>
      <p:sp>
        <p:nvSpPr>
          <p:cNvPr id="9" name="Slide Number Placeholder 6"/>
          <p:cNvSpPr>
            <a:spLocks noGrp="1" noChangeArrowheads="1"/>
          </p:cNvSpPr>
          <p:nvPr>
            <p:ph type="sldNum" sz="quarter" idx="4"/>
          </p:nvPr>
        </p:nvSpPr>
        <p:spPr bwMode="auto">
          <a:xfrm>
            <a:off x="8244408" y="4847253"/>
            <a:ext cx="720205" cy="264319"/>
          </a:xfrm>
          <a:prstGeom prst="rect">
            <a:avLst/>
          </a:prstGeom>
          <a:noFill/>
          <a:ln w="9525">
            <a:noFill/>
            <a:miter lim="800000"/>
            <a:headEnd/>
            <a:tailEnd/>
          </a:ln>
        </p:spPr>
        <p:txBody>
          <a:bodyPr vert="horz" wrap="square" lIns="91440" tIns="45720" rIns="109728" bIns="45720" numCol="1" anchor="ctr" anchorCtr="0" compatLnSpc="1">
            <a:prstTxWarp prst="textNoShape">
              <a:avLst/>
            </a:prstTxWarp>
          </a:bodyPr>
          <a:lstStyle>
            <a:lvl1pPr algn="r">
              <a:defRPr sz="900">
                <a:solidFill>
                  <a:schemeClr val="tx1">
                    <a:lumMod val="75000"/>
                    <a:lumOff val="25000"/>
                  </a:schemeClr>
                </a:solidFill>
                <a:ea typeface="Arial Unicode MS" pitchFamily="34" charset="-128"/>
                <a:cs typeface="Arial Unicode MS" pitchFamily="34" charset="-128"/>
              </a:defRPr>
            </a:lvl1pPr>
          </a:lstStyle>
          <a:p>
            <a:pPr>
              <a:defRPr/>
            </a:pPr>
            <a:r>
              <a:rPr lang="en-US"/>
              <a:t> </a:t>
            </a:r>
            <a:fld id="{1E4F3C7E-6C5A-7646-8E6B-0CB5FE640933}" type="slidenum">
              <a:rPr lang="en-US" smtClean="0"/>
              <a:pPr>
                <a:defRPr/>
              </a:pPr>
              <a:t>‹#›</a:t>
            </a:fld>
            <a:endParaRPr lang="en-US"/>
          </a:p>
        </p:txBody>
      </p:sp>
      <p:sp>
        <p:nvSpPr>
          <p:cNvPr id="2" name="Freeform 1"/>
          <p:cNvSpPr/>
          <p:nvPr userDrawn="1"/>
        </p:nvSpPr>
        <p:spPr bwMode="auto">
          <a:xfrm>
            <a:off x="170822" y="617975"/>
            <a:ext cx="8812404" cy="0"/>
          </a:xfrm>
          <a:custGeom>
            <a:avLst/>
            <a:gdLst>
              <a:gd name="connsiteX0" fmla="*/ 0 w 8812404"/>
              <a:gd name="connsiteY0" fmla="*/ 0 h 0"/>
              <a:gd name="connsiteX1" fmla="*/ 8812404 w 8812404"/>
              <a:gd name="connsiteY1" fmla="*/ 0 h 0"/>
            </a:gdLst>
            <a:ahLst/>
            <a:cxnLst>
              <a:cxn ang="0">
                <a:pos x="connsiteX0" y="connsiteY0"/>
              </a:cxn>
              <a:cxn ang="0">
                <a:pos x="connsiteX1" y="connsiteY1"/>
              </a:cxn>
            </a:cxnLst>
            <a:rect l="l" t="t" r="r" b="b"/>
            <a:pathLst>
              <a:path w="8812404">
                <a:moveTo>
                  <a:pt x="0" y="0"/>
                </a:moveTo>
                <a:lnTo>
                  <a:pt x="8812404" y="0"/>
                </a:lnTo>
              </a:path>
            </a:pathLst>
          </a:custGeom>
          <a:noFill/>
          <a:ln w="15875" cap="flat" cmpd="sng" algn="ctr">
            <a:solidFill>
              <a:schemeClr val="tx1">
                <a:lumMod val="65000"/>
                <a:lumOff val="35000"/>
              </a:schemeClr>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12" name="Freeform 11"/>
          <p:cNvSpPr/>
          <p:nvPr userDrawn="1"/>
        </p:nvSpPr>
        <p:spPr bwMode="auto">
          <a:xfrm flipV="1">
            <a:off x="753626" y="4764570"/>
            <a:ext cx="8231624" cy="45719"/>
          </a:xfrm>
          <a:custGeom>
            <a:avLst/>
            <a:gdLst>
              <a:gd name="connsiteX0" fmla="*/ 0 w 8812404"/>
              <a:gd name="connsiteY0" fmla="*/ 0 h 0"/>
              <a:gd name="connsiteX1" fmla="*/ 8812404 w 8812404"/>
              <a:gd name="connsiteY1" fmla="*/ 0 h 0"/>
            </a:gdLst>
            <a:ahLst/>
            <a:cxnLst>
              <a:cxn ang="0">
                <a:pos x="connsiteX0" y="connsiteY0"/>
              </a:cxn>
              <a:cxn ang="0">
                <a:pos x="connsiteX1" y="connsiteY1"/>
              </a:cxn>
            </a:cxnLst>
            <a:rect l="l" t="t" r="r" b="b"/>
            <a:pathLst>
              <a:path w="8812404">
                <a:moveTo>
                  <a:pt x="0" y="0"/>
                </a:moveTo>
                <a:lnTo>
                  <a:pt x="8812404" y="0"/>
                </a:lnTo>
              </a:path>
            </a:pathLst>
          </a:custGeom>
          <a:noFill/>
          <a:ln w="15875" cap="flat" cmpd="sng" algn="ctr">
            <a:solidFill>
              <a:schemeClr val="tx1">
                <a:lumMod val="65000"/>
                <a:lumOff val="35000"/>
              </a:schemeClr>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endParaRPr>
          </a:p>
        </p:txBody>
      </p:sp>
      <p:pic>
        <p:nvPicPr>
          <p:cNvPr id="8" name="Picture 7"/>
          <p:cNvPicPr>
            <a:picLocks noChangeAspect="1"/>
          </p:cNvPicPr>
          <p:nvPr userDrawn="1"/>
        </p:nvPicPr>
        <p:blipFill>
          <a:blip r:embed="rId9" cstate="hqprint">
            <a:extLst>
              <a:ext uri="{28A0092B-C50C-407E-A947-70E740481C1C}">
                <a14:useLocalDpi xmlns:a14="http://schemas.microsoft.com/office/drawing/2010/main"/>
              </a:ext>
            </a:extLst>
          </a:blip>
          <a:stretch>
            <a:fillRect/>
          </a:stretch>
        </p:blipFill>
        <p:spPr>
          <a:xfrm>
            <a:off x="143880" y="4792071"/>
            <a:ext cx="609604" cy="267464"/>
          </a:xfrm>
          <a:prstGeom prst="rect">
            <a:avLst/>
          </a:prstGeom>
        </p:spPr>
      </p:pic>
    </p:spTree>
    <p:extLst>
      <p:ext uri="{BB962C8B-B14F-4D97-AF65-F5344CB8AC3E}">
        <p14:creationId xmlns:p14="http://schemas.microsoft.com/office/powerpoint/2010/main" val="2919191219"/>
      </p:ext>
    </p:extLst>
  </p:cSld>
  <p:clrMap bg1="lt1" tx1="dk1" bg2="lt2" tx2="dk2" accent1="accent1" accent2="accent2" accent3="accent3" accent4="accent4" accent5="accent5" accent6="accent6" hlink="hlink" folHlink="folHlink"/>
  <p:sldLayoutIdLst>
    <p:sldLayoutId id="2147484006" r:id="rId1"/>
    <p:sldLayoutId id="2147484005" r:id="rId2"/>
    <p:sldLayoutId id="2147483998" r:id="rId3"/>
    <p:sldLayoutId id="2147484008" r:id="rId4"/>
    <p:sldLayoutId id="2147484000" r:id="rId5"/>
    <p:sldLayoutId id="2147484002" r:id="rId6"/>
    <p:sldLayoutId id="2147484004" r:id="rId7"/>
  </p:sldLayoutIdLst>
  <p:transition spd="slow">
    <p:wipe dir="r"/>
  </p:transition>
  <p:hf hdr="0" ftr="0" dt="0"/>
  <p:txStyles>
    <p:titleStyle>
      <a:lvl1pPr marL="0" indent="0" algn="l" rtl="0" eaLnBrk="1" fontAlgn="base" hangingPunct="1">
        <a:spcBef>
          <a:spcPct val="0"/>
        </a:spcBef>
        <a:spcAft>
          <a:spcPct val="0"/>
        </a:spcAft>
        <a:tabLst/>
        <a:defRPr sz="2000" b="1" baseline="0">
          <a:solidFill>
            <a:srgbClr val="007DC3"/>
          </a:solidFill>
          <a:latin typeface="+mj-lt"/>
          <a:ea typeface="+mj-ea"/>
          <a:cs typeface="+mj-cs"/>
        </a:defRPr>
      </a:lvl1pPr>
      <a:lvl2pPr algn="l" rtl="0" eaLnBrk="1" fontAlgn="base" hangingPunct="1">
        <a:spcBef>
          <a:spcPct val="0"/>
        </a:spcBef>
        <a:spcAft>
          <a:spcPct val="0"/>
        </a:spcAft>
        <a:defRPr sz="2100" b="1">
          <a:solidFill>
            <a:schemeClr val="tx2"/>
          </a:solidFill>
          <a:latin typeface="Arial" pitchFamily="80" charset="0"/>
          <a:ea typeface="ＭＳ Ｐゴシック" pitchFamily="80" charset="-128"/>
          <a:cs typeface="ＭＳ Ｐゴシック" pitchFamily="80" charset="-128"/>
        </a:defRPr>
      </a:lvl2pPr>
      <a:lvl3pPr algn="l" rtl="0" eaLnBrk="1" fontAlgn="base" hangingPunct="1">
        <a:spcBef>
          <a:spcPct val="0"/>
        </a:spcBef>
        <a:spcAft>
          <a:spcPct val="0"/>
        </a:spcAft>
        <a:defRPr sz="2100" b="1">
          <a:solidFill>
            <a:schemeClr val="tx2"/>
          </a:solidFill>
          <a:latin typeface="Arial" pitchFamily="80" charset="0"/>
          <a:ea typeface="ＭＳ Ｐゴシック" pitchFamily="80" charset="-128"/>
          <a:cs typeface="ＭＳ Ｐゴシック" pitchFamily="80" charset="-128"/>
        </a:defRPr>
      </a:lvl3pPr>
      <a:lvl4pPr algn="l" rtl="0" eaLnBrk="1" fontAlgn="base" hangingPunct="1">
        <a:spcBef>
          <a:spcPct val="0"/>
        </a:spcBef>
        <a:spcAft>
          <a:spcPct val="0"/>
        </a:spcAft>
        <a:defRPr sz="2100" b="1">
          <a:solidFill>
            <a:schemeClr val="tx2"/>
          </a:solidFill>
          <a:latin typeface="Arial" pitchFamily="80" charset="0"/>
          <a:ea typeface="ＭＳ Ｐゴシック" pitchFamily="80" charset="-128"/>
          <a:cs typeface="ＭＳ Ｐゴシック" pitchFamily="80" charset="-128"/>
        </a:defRPr>
      </a:lvl4pPr>
      <a:lvl5pPr algn="l" rtl="0" eaLnBrk="1" fontAlgn="base" hangingPunct="1">
        <a:spcBef>
          <a:spcPct val="0"/>
        </a:spcBef>
        <a:spcAft>
          <a:spcPct val="0"/>
        </a:spcAft>
        <a:defRPr sz="2100" b="1">
          <a:solidFill>
            <a:schemeClr val="tx2"/>
          </a:solidFill>
          <a:latin typeface="Arial" pitchFamily="80" charset="0"/>
          <a:ea typeface="ＭＳ Ｐゴシック" pitchFamily="80" charset="-128"/>
          <a:cs typeface="ＭＳ Ｐゴシック" pitchFamily="80" charset="-128"/>
        </a:defRPr>
      </a:lvl5pPr>
      <a:lvl6pPr marL="342900" algn="l" rtl="0" eaLnBrk="1" fontAlgn="base" hangingPunct="1">
        <a:spcBef>
          <a:spcPct val="0"/>
        </a:spcBef>
        <a:spcAft>
          <a:spcPct val="0"/>
        </a:spcAft>
        <a:defRPr sz="1800" b="1">
          <a:solidFill>
            <a:srgbClr val="3E6EAB"/>
          </a:solidFill>
          <a:latin typeface="Arial" pitchFamily="80" charset="0"/>
          <a:ea typeface="ＭＳ Ｐゴシック" pitchFamily="80" charset="-128"/>
          <a:cs typeface="ＭＳ Ｐゴシック" pitchFamily="80" charset="-128"/>
        </a:defRPr>
      </a:lvl6pPr>
      <a:lvl7pPr marL="685800" algn="l" rtl="0" eaLnBrk="1" fontAlgn="base" hangingPunct="1">
        <a:spcBef>
          <a:spcPct val="0"/>
        </a:spcBef>
        <a:spcAft>
          <a:spcPct val="0"/>
        </a:spcAft>
        <a:defRPr sz="1800" b="1">
          <a:solidFill>
            <a:srgbClr val="3E6EAB"/>
          </a:solidFill>
          <a:latin typeface="Arial" pitchFamily="80" charset="0"/>
          <a:ea typeface="ＭＳ Ｐゴシック" pitchFamily="80" charset="-128"/>
          <a:cs typeface="ＭＳ Ｐゴシック" pitchFamily="80" charset="-128"/>
        </a:defRPr>
      </a:lvl7pPr>
      <a:lvl8pPr marL="1028700" algn="l" rtl="0" eaLnBrk="1" fontAlgn="base" hangingPunct="1">
        <a:spcBef>
          <a:spcPct val="0"/>
        </a:spcBef>
        <a:spcAft>
          <a:spcPct val="0"/>
        </a:spcAft>
        <a:defRPr sz="1800" b="1">
          <a:solidFill>
            <a:srgbClr val="3E6EAB"/>
          </a:solidFill>
          <a:latin typeface="Arial" pitchFamily="80" charset="0"/>
          <a:ea typeface="ＭＳ Ｐゴシック" pitchFamily="80" charset="-128"/>
          <a:cs typeface="ＭＳ Ｐゴシック" pitchFamily="80" charset="-128"/>
        </a:defRPr>
      </a:lvl8pPr>
      <a:lvl9pPr marL="1371600" algn="l" rtl="0" eaLnBrk="1" fontAlgn="base" hangingPunct="1">
        <a:spcBef>
          <a:spcPct val="0"/>
        </a:spcBef>
        <a:spcAft>
          <a:spcPct val="0"/>
        </a:spcAft>
        <a:defRPr sz="1800" b="1">
          <a:solidFill>
            <a:srgbClr val="3E6EAB"/>
          </a:solidFill>
          <a:latin typeface="Arial" pitchFamily="80" charset="0"/>
          <a:ea typeface="ＭＳ Ｐゴシック" pitchFamily="80" charset="-128"/>
          <a:cs typeface="ＭＳ Ｐゴシック" pitchFamily="80" charset="-128"/>
        </a:defRPr>
      </a:lvl9pPr>
    </p:titleStyle>
    <p:bodyStyle>
      <a:lvl1pPr marL="173038" marR="0" indent="-173038" algn="l" defTabSz="914400" rtl="0" eaLnBrk="1" fontAlgn="base" latinLnBrk="0" hangingPunct="1">
        <a:lnSpc>
          <a:spcPct val="100000"/>
        </a:lnSpc>
        <a:spcBef>
          <a:spcPts val="300"/>
        </a:spcBef>
        <a:spcAft>
          <a:spcPts val="300"/>
        </a:spcAft>
        <a:buClr>
          <a:srgbClr val="3E6EAB"/>
        </a:buClr>
        <a:buSzTx/>
        <a:buFontTx/>
        <a:buChar char="•"/>
        <a:tabLst/>
        <a:defRPr sz="1700">
          <a:solidFill>
            <a:schemeClr val="tx1"/>
          </a:solidFill>
          <a:latin typeface="+mn-lt"/>
          <a:ea typeface="+mn-ea"/>
          <a:cs typeface="+mn-cs"/>
        </a:defRPr>
      </a:lvl1pPr>
      <a:lvl2pPr marL="341313" marR="0" indent="-169863" algn="l" defTabSz="914400" rtl="0" eaLnBrk="1" fontAlgn="base" latinLnBrk="0" hangingPunct="1">
        <a:lnSpc>
          <a:spcPct val="100000"/>
        </a:lnSpc>
        <a:spcBef>
          <a:spcPts val="300"/>
        </a:spcBef>
        <a:spcAft>
          <a:spcPts val="300"/>
        </a:spcAft>
        <a:buClr>
          <a:srgbClr val="007DC3">
            <a:lumMod val="75000"/>
          </a:srgbClr>
        </a:buClr>
        <a:buSzTx/>
        <a:buFont typeface="Arial" pitchFamily="34" charset="0"/>
        <a:buChar char="‒"/>
        <a:tabLst/>
        <a:defRPr sz="1500">
          <a:solidFill>
            <a:srgbClr val="0077D4"/>
          </a:solidFill>
          <a:latin typeface="+mn-lt"/>
          <a:ea typeface="+mn-ea"/>
        </a:defRPr>
      </a:lvl2pPr>
      <a:lvl3pPr marL="512763" marR="0" indent="-171450" algn="l" defTabSz="914400" rtl="0" eaLnBrk="1" fontAlgn="base" latinLnBrk="0" hangingPunct="1">
        <a:lnSpc>
          <a:spcPct val="100000"/>
        </a:lnSpc>
        <a:spcBef>
          <a:spcPts val="300"/>
        </a:spcBef>
        <a:spcAft>
          <a:spcPts val="300"/>
        </a:spcAft>
        <a:buClr>
          <a:srgbClr val="007DC3"/>
        </a:buClr>
        <a:buSzTx/>
        <a:buFont typeface="Wingdings" pitchFamily="2" charset="2"/>
        <a:buChar char="§"/>
        <a:tabLst/>
        <a:defRPr sz="1300">
          <a:solidFill>
            <a:srgbClr val="005E90"/>
          </a:solidFill>
          <a:latin typeface="+mn-lt"/>
          <a:ea typeface="+mn-ea"/>
        </a:defRPr>
      </a:lvl3pPr>
      <a:lvl4pPr marL="685800" marR="0" indent="-171450" algn="l" defTabSz="914400" rtl="0" eaLnBrk="1" fontAlgn="base" latinLnBrk="0" hangingPunct="1">
        <a:lnSpc>
          <a:spcPct val="100000"/>
        </a:lnSpc>
        <a:spcBef>
          <a:spcPts val="300"/>
        </a:spcBef>
        <a:spcAft>
          <a:spcPts val="300"/>
        </a:spcAft>
        <a:buClrTx/>
        <a:buSzTx/>
        <a:buFont typeface="Wingdings" pitchFamily="2" charset="2"/>
        <a:buChar char="§"/>
        <a:tabLst/>
        <a:defRPr sz="1200">
          <a:solidFill>
            <a:srgbClr val="006666"/>
          </a:solidFill>
          <a:latin typeface="+mn-lt"/>
          <a:ea typeface="+mn-ea"/>
        </a:defRPr>
      </a:lvl4pPr>
      <a:lvl5pPr marL="857250" marR="0" indent="-171450" algn="l" defTabSz="914400" rtl="0" eaLnBrk="1" fontAlgn="base" latinLnBrk="0" hangingPunct="1">
        <a:lnSpc>
          <a:spcPct val="100000"/>
        </a:lnSpc>
        <a:spcBef>
          <a:spcPts val="300"/>
        </a:spcBef>
        <a:spcAft>
          <a:spcPts val="300"/>
        </a:spcAft>
        <a:buClr>
          <a:srgbClr val="009999"/>
        </a:buClr>
        <a:buSzTx/>
        <a:buFont typeface="Arial" pitchFamily="34" charset="0"/>
        <a:buChar char="•"/>
        <a:tabLst/>
        <a:defRPr sz="1000">
          <a:solidFill>
            <a:srgbClr val="808080"/>
          </a:solidFill>
          <a:latin typeface="+mn-lt"/>
          <a:ea typeface="+mn-ea"/>
        </a:defRPr>
      </a:lvl5pPr>
      <a:lvl6pPr marL="1714500" indent="0" algn="l" rtl="0" eaLnBrk="1" fontAlgn="base" hangingPunct="1">
        <a:spcBef>
          <a:spcPct val="20000"/>
        </a:spcBef>
        <a:spcAft>
          <a:spcPct val="0"/>
        </a:spcAft>
        <a:buClr>
          <a:srgbClr val="3E6EAB"/>
        </a:buClr>
        <a:buNone/>
        <a:defRPr sz="1200">
          <a:solidFill>
            <a:schemeClr val="tx1"/>
          </a:solidFill>
          <a:latin typeface="+mn-lt"/>
          <a:ea typeface="+mn-ea"/>
        </a:defRPr>
      </a:lvl6pPr>
      <a:lvl7pPr marL="2228850" indent="-171450" algn="l" rtl="0" eaLnBrk="1" fontAlgn="base" hangingPunct="1">
        <a:spcBef>
          <a:spcPct val="20000"/>
        </a:spcBef>
        <a:spcAft>
          <a:spcPct val="0"/>
        </a:spcAft>
        <a:buClr>
          <a:srgbClr val="3E6EAB"/>
        </a:buClr>
        <a:buChar char="»"/>
        <a:defRPr sz="1200">
          <a:solidFill>
            <a:schemeClr val="tx1"/>
          </a:solidFill>
          <a:latin typeface="+mn-lt"/>
          <a:ea typeface="+mn-ea"/>
        </a:defRPr>
      </a:lvl7pPr>
      <a:lvl8pPr marL="2571750" indent="-171450" algn="l" rtl="0" eaLnBrk="1" fontAlgn="base" hangingPunct="1">
        <a:spcBef>
          <a:spcPct val="20000"/>
        </a:spcBef>
        <a:spcAft>
          <a:spcPct val="0"/>
        </a:spcAft>
        <a:buClr>
          <a:srgbClr val="3E6EAB"/>
        </a:buClr>
        <a:buChar char="»"/>
        <a:defRPr sz="1200">
          <a:solidFill>
            <a:schemeClr val="tx1"/>
          </a:solidFill>
          <a:latin typeface="+mn-lt"/>
          <a:ea typeface="+mn-ea"/>
        </a:defRPr>
      </a:lvl8pPr>
      <a:lvl9pPr marL="2914650" indent="-171450" algn="l" rtl="0" eaLnBrk="1" fontAlgn="base" hangingPunct="1">
        <a:spcBef>
          <a:spcPct val="20000"/>
        </a:spcBef>
        <a:spcAft>
          <a:spcPct val="0"/>
        </a:spcAft>
        <a:buClr>
          <a:srgbClr val="3E6EAB"/>
        </a:buClr>
        <a:buChar char="»"/>
        <a:defRPr sz="1200">
          <a:solidFill>
            <a:schemeClr val="tx1"/>
          </a:solidFill>
          <a:latin typeface="+mn-lt"/>
          <a:ea typeface="+mn-ea"/>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devapp.cnrl.com/espkpitracker/"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desktop.pingone.com/cnrl/Selection?cmd=selection"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file:///\\cnrl.com\cnrl\secure\cgy-secure01\Thermal\SH\SSEng\Kirby\Production%20Ops\SubSurf%20Equip%20&amp;%20Design\Artificial%20Lift\ESP\ESP%20Reports\ESP%20Tracker%20PowerBi" TargetMode="Externa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5658" y="1766587"/>
            <a:ext cx="6497391" cy="520703"/>
          </a:xfrm>
        </p:spPr>
        <p:txBody>
          <a:bodyPr/>
          <a:lstStyle/>
          <a:p>
            <a:r>
              <a:rPr lang="en-US"/>
              <a:t>ESP KPI Tracker Update</a:t>
            </a:r>
          </a:p>
        </p:txBody>
      </p:sp>
      <p:sp>
        <p:nvSpPr>
          <p:cNvPr id="3" name="Text Placeholder 2"/>
          <p:cNvSpPr>
            <a:spLocks noGrp="1"/>
          </p:cNvSpPr>
          <p:nvPr>
            <p:ph type="body" sz="quarter" idx="10"/>
          </p:nvPr>
        </p:nvSpPr>
        <p:spPr>
          <a:xfrm>
            <a:off x="2666062" y="2579920"/>
            <a:ext cx="3658127" cy="276291"/>
          </a:xfrm>
        </p:spPr>
        <p:txBody>
          <a:bodyPr/>
          <a:lstStyle/>
          <a:p>
            <a:r>
              <a:rPr lang="en-US" dirty="0"/>
              <a:t>Jan 5 2026 </a:t>
            </a:r>
          </a:p>
          <a:p>
            <a:endParaRPr lang="en-US" dirty="0"/>
          </a:p>
        </p:txBody>
      </p:sp>
    </p:spTree>
    <p:extLst>
      <p:ext uri="{BB962C8B-B14F-4D97-AF65-F5344CB8AC3E}">
        <p14:creationId xmlns:p14="http://schemas.microsoft.com/office/powerpoint/2010/main" val="2217194271"/>
      </p:ext>
    </p:extLst>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2A7272-CA25-A05D-8901-6239502D56D6}"/>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2</a:t>
            </a:fld>
            <a:endParaRPr lang="en-US"/>
          </a:p>
        </p:txBody>
      </p:sp>
      <p:sp>
        <p:nvSpPr>
          <p:cNvPr id="3" name="Title 2">
            <a:extLst>
              <a:ext uri="{FF2B5EF4-FFF2-40B4-BE49-F238E27FC236}">
                <a16:creationId xmlns:a16="http://schemas.microsoft.com/office/drawing/2014/main" id="{9E481D74-CBE0-315D-F919-63CE66EB94D4}"/>
              </a:ext>
            </a:extLst>
          </p:cNvPr>
          <p:cNvSpPr>
            <a:spLocks noGrp="1"/>
          </p:cNvSpPr>
          <p:nvPr>
            <p:ph type="title"/>
          </p:nvPr>
        </p:nvSpPr>
        <p:spPr/>
        <p:txBody>
          <a:bodyPr/>
          <a:lstStyle/>
          <a:p>
            <a:r>
              <a:rPr lang="en-US" dirty="0">
                <a:ea typeface="+mj-lt"/>
                <a:cs typeface="+mj-lt"/>
              </a:rPr>
              <a:t>Project Timeline &amp; Key Milestones</a:t>
            </a:r>
            <a:endParaRPr lang="en-US" dirty="0"/>
          </a:p>
        </p:txBody>
      </p:sp>
      <p:sp>
        <p:nvSpPr>
          <p:cNvPr id="4" name="Content Placeholder 3">
            <a:extLst>
              <a:ext uri="{FF2B5EF4-FFF2-40B4-BE49-F238E27FC236}">
                <a16:creationId xmlns:a16="http://schemas.microsoft.com/office/drawing/2014/main" id="{0ED1C718-EBD6-79CF-B4F2-A1EB3A173DE8}"/>
              </a:ext>
            </a:extLst>
          </p:cNvPr>
          <p:cNvSpPr>
            <a:spLocks noGrp="1"/>
          </p:cNvSpPr>
          <p:nvPr>
            <p:ph sz="quarter" idx="14"/>
          </p:nvPr>
        </p:nvSpPr>
        <p:spPr/>
        <p:txBody>
          <a:bodyPr/>
          <a:lstStyle/>
          <a:p>
            <a:endParaRPr lang="en-US" b="1" dirty="0"/>
          </a:p>
          <a:p>
            <a:endParaRPr lang="en-US" b="1" dirty="0"/>
          </a:p>
          <a:p>
            <a:r>
              <a:rPr lang="en-US" dirty="0"/>
              <a:t>Delays:</a:t>
            </a:r>
          </a:p>
          <a:p>
            <a:pPr lvl="1"/>
            <a:r>
              <a:rPr lang="en-US" dirty="0"/>
              <a:t>Resourcing constraints</a:t>
            </a:r>
          </a:p>
          <a:p>
            <a:pPr lvl="1"/>
            <a:r>
              <a:rPr lang="en-US" dirty="0"/>
              <a:t>Shifting organizational priorities</a:t>
            </a:r>
          </a:p>
          <a:p>
            <a:pPr lvl="1"/>
            <a:r>
              <a:rPr lang="en-US" dirty="0"/>
              <a:t>UAT testing extensions</a:t>
            </a:r>
          </a:p>
          <a:p>
            <a:pPr lvl="1"/>
            <a:r>
              <a:rPr lang="en-US" dirty="0"/>
              <a:t>Team reassignments</a:t>
            </a:r>
          </a:p>
          <a:p>
            <a:pPr marL="171450" lvl="1" indent="0">
              <a:buNone/>
            </a:pPr>
            <a:endParaRPr lang="en-US" dirty="0"/>
          </a:p>
          <a:p>
            <a:r>
              <a:rPr lang="en-US" dirty="0"/>
              <a:t>Upcoming Milestones:</a:t>
            </a:r>
          </a:p>
          <a:p>
            <a:pPr lvl="1"/>
            <a:r>
              <a:rPr lang="en-US" dirty="0"/>
              <a:t>Vendor onboarding: Jan 2026</a:t>
            </a:r>
          </a:p>
          <a:p>
            <a:pPr lvl="1"/>
            <a:r>
              <a:rPr lang="en-US" dirty="0"/>
              <a:t>Project completion: Mar 2026</a:t>
            </a:r>
          </a:p>
          <a:p>
            <a:pPr marL="172720" indent="-172720"/>
            <a:endParaRPr lang="en-US" dirty="0">
              <a:cs typeface="Arial"/>
            </a:endParaRPr>
          </a:p>
        </p:txBody>
      </p:sp>
      <p:sp>
        <p:nvSpPr>
          <p:cNvPr id="5" name="Text Placeholder 4">
            <a:extLst>
              <a:ext uri="{FF2B5EF4-FFF2-40B4-BE49-F238E27FC236}">
                <a16:creationId xmlns:a16="http://schemas.microsoft.com/office/drawing/2014/main" id="{B85C9B3D-C8E4-8C49-7D75-FA6F88F50965}"/>
              </a:ext>
            </a:extLst>
          </p:cNvPr>
          <p:cNvSpPr>
            <a:spLocks noGrp="1"/>
          </p:cNvSpPr>
          <p:nvPr>
            <p:ph type="body" sz="quarter" idx="10"/>
          </p:nvPr>
        </p:nvSpPr>
        <p:spPr/>
        <p:txBody>
          <a:bodyPr/>
          <a:lstStyle/>
          <a:p>
            <a:endParaRPr lang="en-US"/>
          </a:p>
        </p:txBody>
      </p:sp>
      <p:sp>
        <p:nvSpPr>
          <p:cNvPr id="6" name="TextBox 6">
            <a:extLst>
              <a:ext uri="{FF2B5EF4-FFF2-40B4-BE49-F238E27FC236}">
                <a16:creationId xmlns:a16="http://schemas.microsoft.com/office/drawing/2014/main" id="{E110A601-D3DE-A236-11E3-AA0511D0EF8A}"/>
              </a:ext>
            </a:extLst>
          </p:cNvPr>
          <p:cNvSpPr txBox="1"/>
          <p:nvPr/>
        </p:nvSpPr>
        <p:spPr>
          <a:xfrm>
            <a:off x="7541285" y="70795"/>
            <a:ext cx="1423327" cy="488722"/>
          </a:xfrm>
          <a:prstGeom prst="rect">
            <a:avLst/>
          </a:prstGeom>
          <a:solidFill>
            <a:schemeClr val="accent5"/>
          </a:solidFill>
          <a:ln w="15875">
            <a:solidFill>
              <a:schemeClr val="tx1"/>
            </a:solidFill>
          </a:ln>
        </p:spPr>
        <p:txBody>
          <a:bodyPr wrap="square" lIns="91440" tIns="45720" rIns="91440" bIns="45720" rtlCol="0" anchor="t">
            <a:noAutofit/>
          </a:bodyPr>
          <a:lstStyle>
            <a:defPPr>
              <a:defRPr lang="en-US"/>
            </a:defPPr>
            <a:lvl1pPr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1pPr>
            <a:lvl2pPr marL="342900"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2pPr>
            <a:lvl3pPr marL="685800"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3pPr>
            <a:lvl4pPr marL="1028700"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4pPr>
            <a:lvl5pPr marL="1371600"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5pPr>
            <a:lvl6pPr marL="1714500" algn="l" defTabSz="342900" rtl="0" eaLnBrk="1" latinLnBrk="0" hangingPunct="1">
              <a:defRPr sz="1800" kern="1200">
                <a:solidFill>
                  <a:schemeClr val="tx1"/>
                </a:solidFill>
                <a:latin typeface="Arial" pitchFamily="-84" charset="0"/>
                <a:ea typeface="ＭＳ Ｐゴシック" pitchFamily="-84" charset="-128"/>
                <a:cs typeface="ＭＳ Ｐゴシック" pitchFamily="-84" charset="-128"/>
              </a:defRPr>
            </a:lvl6pPr>
            <a:lvl7pPr marL="2057400" algn="l" defTabSz="342900" rtl="0" eaLnBrk="1" latinLnBrk="0" hangingPunct="1">
              <a:defRPr sz="1800" kern="1200">
                <a:solidFill>
                  <a:schemeClr val="tx1"/>
                </a:solidFill>
                <a:latin typeface="Arial" pitchFamily="-84" charset="0"/>
                <a:ea typeface="ＭＳ Ｐゴシック" pitchFamily="-84" charset="-128"/>
                <a:cs typeface="ＭＳ Ｐゴシック" pitchFamily="-84" charset="-128"/>
              </a:defRPr>
            </a:lvl7pPr>
            <a:lvl8pPr marL="2400300" algn="l" defTabSz="342900" rtl="0" eaLnBrk="1" latinLnBrk="0" hangingPunct="1">
              <a:defRPr sz="1800" kern="1200">
                <a:solidFill>
                  <a:schemeClr val="tx1"/>
                </a:solidFill>
                <a:latin typeface="Arial" pitchFamily="-84" charset="0"/>
                <a:ea typeface="ＭＳ Ｐゴシック" pitchFamily="-84" charset="-128"/>
                <a:cs typeface="ＭＳ Ｐゴシック" pitchFamily="-84" charset="-128"/>
              </a:defRPr>
            </a:lvl8pPr>
            <a:lvl9pPr marL="2743200" algn="l" defTabSz="342900" rtl="0" eaLnBrk="1" latinLnBrk="0" hangingPunct="1">
              <a:defRPr sz="1800" kern="1200">
                <a:solidFill>
                  <a:schemeClr val="tx1"/>
                </a:solidFill>
                <a:latin typeface="Arial" pitchFamily="-84" charset="0"/>
                <a:ea typeface="ＭＳ Ｐゴシック" pitchFamily="-84" charset="-128"/>
                <a:cs typeface="ＭＳ Ｐゴシック" pitchFamily="-84" charset="-128"/>
              </a:defRPr>
            </a:lvl9pPr>
          </a:lstStyle>
          <a:p>
            <a:pPr algn="ctr"/>
            <a:r>
              <a:rPr lang="en-US" sz="1200" b="1">
                <a:latin typeface="Arial"/>
                <a:ea typeface="ＭＳ Ｐゴシック"/>
              </a:rPr>
              <a:t>Wayne</a:t>
            </a:r>
            <a:endParaRPr lang="en-US" sz="1200" b="1"/>
          </a:p>
        </p:txBody>
      </p:sp>
      <p:graphicFrame>
        <p:nvGraphicFramePr>
          <p:cNvPr id="7" name="Diagram 6">
            <a:extLst>
              <a:ext uri="{FF2B5EF4-FFF2-40B4-BE49-F238E27FC236}">
                <a16:creationId xmlns:a16="http://schemas.microsoft.com/office/drawing/2014/main" id="{7582BDF6-E516-E94A-D25F-627B5C656683}"/>
              </a:ext>
            </a:extLst>
          </p:cNvPr>
          <p:cNvGraphicFramePr/>
          <p:nvPr>
            <p:extLst>
              <p:ext uri="{D42A27DB-BD31-4B8C-83A1-F6EECF244321}">
                <p14:modId xmlns:p14="http://schemas.microsoft.com/office/powerpoint/2010/main" val="3739020660"/>
              </p:ext>
            </p:extLst>
          </p:nvPr>
        </p:nvGraphicFramePr>
        <p:xfrm>
          <a:off x="1936173" y="559517"/>
          <a:ext cx="5271654" cy="9095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08754850"/>
      </p:ext>
    </p:ext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95258-4E3A-359C-E7B0-28DDB1940E8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6F2510-D824-2DFC-D03E-8D55E1C227B2}"/>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3</a:t>
            </a:fld>
            <a:endParaRPr lang="en-US"/>
          </a:p>
        </p:txBody>
      </p:sp>
      <p:sp>
        <p:nvSpPr>
          <p:cNvPr id="3" name="Title 2">
            <a:extLst>
              <a:ext uri="{FF2B5EF4-FFF2-40B4-BE49-F238E27FC236}">
                <a16:creationId xmlns:a16="http://schemas.microsoft.com/office/drawing/2014/main" id="{D230C7B5-6206-CB3F-03AB-00D8B1419C27}"/>
              </a:ext>
            </a:extLst>
          </p:cNvPr>
          <p:cNvSpPr>
            <a:spLocks noGrp="1"/>
          </p:cNvSpPr>
          <p:nvPr>
            <p:ph type="title"/>
          </p:nvPr>
        </p:nvSpPr>
        <p:spPr/>
        <p:txBody>
          <a:bodyPr/>
          <a:lstStyle/>
          <a:p>
            <a:r>
              <a:rPr lang="en-US">
                <a:ea typeface="+mj-lt"/>
                <a:cs typeface="+mj-lt"/>
              </a:rPr>
              <a:t>What’s Been Completed &amp; What’s Next</a:t>
            </a:r>
            <a:endParaRPr lang="en-US"/>
          </a:p>
        </p:txBody>
      </p:sp>
      <p:sp>
        <p:nvSpPr>
          <p:cNvPr id="4" name="Content Placeholder 3">
            <a:extLst>
              <a:ext uri="{FF2B5EF4-FFF2-40B4-BE49-F238E27FC236}">
                <a16:creationId xmlns:a16="http://schemas.microsoft.com/office/drawing/2014/main" id="{84BAB402-6424-91BF-0B99-CBA4223CEF79}"/>
              </a:ext>
            </a:extLst>
          </p:cNvPr>
          <p:cNvSpPr>
            <a:spLocks noGrp="1"/>
          </p:cNvSpPr>
          <p:nvPr>
            <p:ph sz="quarter" idx="14"/>
          </p:nvPr>
        </p:nvSpPr>
        <p:spPr/>
        <p:txBody>
          <a:bodyPr/>
          <a:lstStyle/>
          <a:p>
            <a:r>
              <a:rPr lang="en-US" dirty="0">
                <a:cs typeface="Arial"/>
              </a:rPr>
              <a:t>Completed Work</a:t>
            </a:r>
          </a:p>
          <a:p>
            <a:pPr marL="340995" lvl="1" indent="-172720">
              <a:buClr>
                <a:srgbClr val="005E92"/>
              </a:buClr>
              <a:buFont typeface="Arial"/>
              <a:buChar char="‒"/>
            </a:pPr>
            <a:r>
              <a:rPr lang="en-US" dirty="0"/>
              <a:t>Core UI, database and ETL delivered in Feb 2025</a:t>
            </a:r>
          </a:p>
          <a:p>
            <a:pPr marL="340995" lvl="1" indent="-169545"/>
            <a:r>
              <a:rPr lang="en-US" dirty="0"/>
              <a:t>Data optimized and reporting dashboards launched</a:t>
            </a:r>
          </a:p>
          <a:p>
            <a:pPr marL="340995" lvl="1" indent="-169545"/>
            <a:r>
              <a:rPr lang="en-US" dirty="0"/>
              <a:t>Change requests addressed (this will be expanded on in later slides)</a:t>
            </a:r>
          </a:p>
          <a:p>
            <a:pPr marL="172720" indent="-172720"/>
            <a:r>
              <a:rPr lang="en-US" dirty="0">
                <a:solidFill>
                  <a:srgbClr val="000000"/>
                </a:solidFill>
                <a:ea typeface="+mn-lt"/>
                <a:cs typeface="+mn-lt"/>
              </a:rPr>
              <a:t>Current Focus</a:t>
            </a:r>
            <a:endParaRPr lang="en-US" dirty="0"/>
          </a:p>
          <a:p>
            <a:pPr marL="340995" lvl="1" indent="-169545"/>
            <a:r>
              <a:rPr lang="en-US" dirty="0"/>
              <a:t>Integration with external vendors</a:t>
            </a:r>
          </a:p>
          <a:p>
            <a:pPr marL="340995" lvl="1" indent="-169545"/>
            <a:r>
              <a:rPr lang="en-US" dirty="0"/>
              <a:t>Ongoing user adoption and training</a:t>
            </a:r>
          </a:p>
          <a:p>
            <a:pPr marL="340995" lvl="1" indent="-169545"/>
            <a:r>
              <a:rPr lang="en-US" dirty="0"/>
              <a:t>Visualization development</a:t>
            </a:r>
          </a:p>
          <a:p>
            <a:pPr marL="172720" indent="-172720"/>
            <a:r>
              <a:rPr lang="en-US" dirty="0">
                <a:solidFill>
                  <a:srgbClr val="000000"/>
                </a:solidFill>
                <a:ea typeface="+mn-lt"/>
                <a:cs typeface="+mn-lt"/>
              </a:rPr>
              <a:t>Upcoming Tasks</a:t>
            </a:r>
            <a:endParaRPr lang="en-US" dirty="0"/>
          </a:p>
          <a:p>
            <a:pPr marL="340995" lvl="1" indent="-169545"/>
            <a:r>
              <a:rPr lang="en-US" dirty="0"/>
              <a:t>Next round of visualizations</a:t>
            </a:r>
          </a:p>
          <a:p>
            <a:pPr marL="340995" lvl="1" indent="-169545"/>
            <a:r>
              <a:rPr lang="en-US" dirty="0"/>
              <a:t>System stabilization and scaling</a:t>
            </a:r>
          </a:p>
          <a:p>
            <a:pPr marL="172720" indent="-172720"/>
            <a:endParaRPr lang="en-US" dirty="0">
              <a:cs typeface="Arial"/>
            </a:endParaRPr>
          </a:p>
          <a:p>
            <a:pPr marL="172720" indent="-172720"/>
            <a:endParaRPr lang="en-US" dirty="0">
              <a:cs typeface="Arial"/>
            </a:endParaRPr>
          </a:p>
        </p:txBody>
      </p:sp>
      <p:sp>
        <p:nvSpPr>
          <p:cNvPr id="5" name="Text Placeholder 4">
            <a:extLst>
              <a:ext uri="{FF2B5EF4-FFF2-40B4-BE49-F238E27FC236}">
                <a16:creationId xmlns:a16="http://schemas.microsoft.com/office/drawing/2014/main" id="{920C71F4-1BB7-2D35-58FA-5BD5BF507764}"/>
              </a:ext>
            </a:extLst>
          </p:cNvPr>
          <p:cNvSpPr>
            <a:spLocks noGrp="1"/>
          </p:cNvSpPr>
          <p:nvPr>
            <p:ph type="body" sz="quarter" idx="10"/>
          </p:nvPr>
        </p:nvSpPr>
        <p:spPr/>
        <p:txBody>
          <a:bodyPr/>
          <a:lstStyle/>
          <a:p>
            <a:endParaRPr lang="en-US"/>
          </a:p>
        </p:txBody>
      </p:sp>
      <p:sp>
        <p:nvSpPr>
          <p:cNvPr id="6" name="TextBox 6">
            <a:extLst>
              <a:ext uri="{FF2B5EF4-FFF2-40B4-BE49-F238E27FC236}">
                <a16:creationId xmlns:a16="http://schemas.microsoft.com/office/drawing/2014/main" id="{5BC3F5F2-94D5-6754-F310-2CBCC6B287FC}"/>
              </a:ext>
            </a:extLst>
          </p:cNvPr>
          <p:cNvSpPr txBox="1"/>
          <p:nvPr/>
        </p:nvSpPr>
        <p:spPr>
          <a:xfrm>
            <a:off x="7541285" y="70795"/>
            <a:ext cx="1423327" cy="488722"/>
          </a:xfrm>
          <a:prstGeom prst="rect">
            <a:avLst/>
          </a:prstGeom>
          <a:solidFill>
            <a:schemeClr val="accent5"/>
          </a:solidFill>
          <a:ln w="15875">
            <a:solidFill>
              <a:schemeClr val="tx1"/>
            </a:solidFill>
          </a:ln>
        </p:spPr>
        <p:txBody>
          <a:bodyPr wrap="square" lIns="91440" tIns="45720" rIns="91440" bIns="45720" rtlCol="0" anchor="t">
            <a:noAutofit/>
          </a:bodyPr>
          <a:lstStyle>
            <a:defPPr>
              <a:defRPr lang="en-US"/>
            </a:defPPr>
            <a:lvl1pPr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1pPr>
            <a:lvl2pPr marL="342900"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2pPr>
            <a:lvl3pPr marL="685800"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3pPr>
            <a:lvl4pPr marL="1028700"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4pPr>
            <a:lvl5pPr marL="1371600" algn="l" rtl="0" eaLnBrk="0" fontAlgn="base" hangingPunct="0">
              <a:spcBef>
                <a:spcPct val="0"/>
              </a:spcBef>
              <a:spcAft>
                <a:spcPct val="0"/>
              </a:spcAft>
              <a:defRPr sz="1800" kern="1200">
                <a:solidFill>
                  <a:schemeClr val="tx1"/>
                </a:solidFill>
                <a:latin typeface="Arial" pitchFamily="-84" charset="0"/>
                <a:ea typeface="ＭＳ Ｐゴシック" pitchFamily="-84" charset="-128"/>
                <a:cs typeface="ＭＳ Ｐゴシック" pitchFamily="-84" charset="-128"/>
              </a:defRPr>
            </a:lvl5pPr>
            <a:lvl6pPr marL="1714500" algn="l" defTabSz="342900" rtl="0" eaLnBrk="1" latinLnBrk="0" hangingPunct="1">
              <a:defRPr sz="1800" kern="1200">
                <a:solidFill>
                  <a:schemeClr val="tx1"/>
                </a:solidFill>
                <a:latin typeface="Arial" pitchFamily="-84" charset="0"/>
                <a:ea typeface="ＭＳ Ｐゴシック" pitchFamily="-84" charset="-128"/>
                <a:cs typeface="ＭＳ Ｐゴシック" pitchFamily="-84" charset="-128"/>
              </a:defRPr>
            </a:lvl6pPr>
            <a:lvl7pPr marL="2057400" algn="l" defTabSz="342900" rtl="0" eaLnBrk="1" latinLnBrk="0" hangingPunct="1">
              <a:defRPr sz="1800" kern="1200">
                <a:solidFill>
                  <a:schemeClr val="tx1"/>
                </a:solidFill>
                <a:latin typeface="Arial" pitchFamily="-84" charset="0"/>
                <a:ea typeface="ＭＳ Ｐゴシック" pitchFamily="-84" charset="-128"/>
                <a:cs typeface="ＭＳ Ｐゴシック" pitchFamily="-84" charset="-128"/>
              </a:defRPr>
            </a:lvl7pPr>
            <a:lvl8pPr marL="2400300" algn="l" defTabSz="342900" rtl="0" eaLnBrk="1" latinLnBrk="0" hangingPunct="1">
              <a:defRPr sz="1800" kern="1200">
                <a:solidFill>
                  <a:schemeClr val="tx1"/>
                </a:solidFill>
                <a:latin typeface="Arial" pitchFamily="-84" charset="0"/>
                <a:ea typeface="ＭＳ Ｐゴシック" pitchFamily="-84" charset="-128"/>
                <a:cs typeface="ＭＳ Ｐゴシック" pitchFamily="-84" charset="-128"/>
              </a:defRPr>
            </a:lvl8pPr>
            <a:lvl9pPr marL="2743200" algn="l" defTabSz="342900" rtl="0" eaLnBrk="1" latinLnBrk="0" hangingPunct="1">
              <a:defRPr sz="1800" kern="1200">
                <a:solidFill>
                  <a:schemeClr val="tx1"/>
                </a:solidFill>
                <a:latin typeface="Arial" pitchFamily="-84" charset="0"/>
                <a:ea typeface="ＭＳ Ｐゴシック" pitchFamily="-84" charset="-128"/>
                <a:cs typeface="ＭＳ Ｐゴシック" pitchFamily="-84" charset="-128"/>
              </a:defRPr>
            </a:lvl9pPr>
          </a:lstStyle>
          <a:p>
            <a:pPr algn="ctr"/>
            <a:r>
              <a:rPr lang="en-US" sz="1200" b="1">
                <a:latin typeface="Arial"/>
                <a:ea typeface="ＭＳ Ｐゴシック"/>
              </a:rPr>
              <a:t>Wayne</a:t>
            </a:r>
            <a:endParaRPr lang="en-US" sz="1200" b="1"/>
          </a:p>
        </p:txBody>
      </p:sp>
    </p:spTree>
    <p:extLst>
      <p:ext uri="{BB962C8B-B14F-4D97-AF65-F5344CB8AC3E}">
        <p14:creationId xmlns:p14="http://schemas.microsoft.com/office/powerpoint/2010/main" val="3533622789"/>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7AE7DF-F7AE-FC98-6E22-FA3AC7E27AA2}"/>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4</a:t>
            </a:fld>
            <a:endParaRPr lang="en-US"/>
          </a:p>
        </p:txBody>
      </p:sp>
      <p:sp>
        <p:nvSpPr>
          <p:cNvPr id="3" name="Title 2">
            <a:extLst>
              <a:ext uri="{FF2B5EF4-FFF2-40B4-BE49-F238E27FC236}">
                <a16:creationId xmlns:a16="http://schemas.microsoft.com/office/drawing/2014/main" id="{F323BAF7-9923-7D06-D59C-6D2DA67C06BD}"/>
              </a:ext>
            </a:extLst>
          </p:cNvPr>
          <p:cNvSpPr>
            <a:spLocks noGrp="1"/>
          </p:cNvSpPr>
          <p:nvPr>
            <p:ph type="title"/>
          </p:nvPr>
        </p:nvSpPr>
        <p:spPr/>
        <p:txBody>
          <a:bodyPr/>
          <a:lstStyle/>
          <a:p>
            <a:r>
              <a:rPr lang="en-US" dirty="0">
                <a:cs typeface="Arial"/>
              </a:rPr>
              <a:t>Roadmap (</a:t>
            </a:r>
            <a:r>
              <a:rPr lang="en-US" dirty="0">
                <a:solidFill>
                  <a:srgbClr val="FF0000"/>
                </a:solidFill>
                <a:cs typeface="Arial"/>
              </a:rPr>
              <a:t>OLD SLIDE </a:t>
            </a:r>
            <a:r>
              <a:rPr lang="en-US" dirty="0">
                <a:cs typeface="Arial"/>
              </a:rPr>
              <a:t>– WG – See New Slide 5)</a:t>
            </a:r>
            <a:endParaRPr lang="en-US" dirty="0"/>
          </a:p>
        </p:txBody>
      </p:sp>
      <p:sp>
        <p:nvSpPr>
          <p:cNvPr id="4" name="Content Placeholder 3">
            <a:extLst>
              <a:ext uri="{FF2B5EF4-FFF2-40B4-BE49-F238E27FC236}">
                <a16:creationId xmlns:a16="http://schemas.microsoft.com/office/drawing/2014/main" id="{073D82C7-D273-B4A4-BB27-EBB7E99E5578}"/>
              </a:ext>
            </a:extLst>
          </p:cNvPr>
          <p:cNvSpPr>
            <a:spLocks noGrp="1"/>
          </p:cNvSpPr>
          <p:nvPr>
            <p:ph sz="quarter" idx="14"/>
          </p:nvPr>
        </p:nvSpPr>
        <p:spPr/>
        <p:txBody>
          <a:bodyPr/>
          <a:lstStyle/>
          <a:p>
            <a:pPr marL="285750" indent="-285750">
              <a:buFont typeface="Arial"/>
              <a:buChar char="•"/>
            </a:pPr>
            <a:r>
              <a:rPr lang="en-US" dirty="0">
                <a:cs typeface="Arial"/>
              </a:rPr>
              <a:t>What is happening in Q1?</a:t>
            </a:r>
          </a:p>
          <a:p>
            <a:pPr marL="340995" lvl="1" indent="-169545"/>
            <a:r>
              <a:rPr lang="en-US" dirty="0">
                <a:solidFill>
                  <a:srgbClr val="000000"/>
                </a:solidFill>
                <a:cs typeface="Arial"/>
              </a:rPr>
              <a:t>User adoption and integration</a:t>
            </a:r>
          </a:p>
          <a:p>
            <a:pPr marL="512445" lvl="2"/>
            <a:r>
              <a:rPr lang="en-US" dirty="0">
                <a:solidFill>
                  <a:srgbClr val="000000"/>
                </a:solidFill>
                <a:cs typeface="Arial"/>
              </a:rPr>
              <a:t>Training and User manual</a:t>
            </a:r>
          </a:p>
          <a:p>
            <a:pPr lvl="3">
              <a:buFont typeface="Arial" pitchFamily="2" charset="2"/>
              <a:buChar char="•"/>
            </a:pPr>
            <a:r>
              <a:rPr lang="en-US" dirty="0">
                <a:solidFill>
                  <a:srgbClr val="000000"/>
                </a:solidFill>
                <a:cs typeface="Arial"/>
              </a:rPr>
              <a:t>ENI Eng, Field, Prod Eng and vendors – Jan</a:t>
            </a:r>
            <a:endParaRPr lang="en-US" sz="1300" dirty="0">
              <a:solidFill>
                <a:srgbClr val="000000"/>
              </a:solidFill>
              <a:cs typeface="Arial"/>
            </a:endParaRPr>
          </a:p>
          <a:p>
            <a:pPr lvl="3">
              <a:buFont typeface="Arial" pitchFamily="2" charset="2"/>
              <a:buChar char="•"/>
            </a:pPr>
            <a:r>
              <a:rPr lang="en-US" dirty="0">
                <a:solidFill>
                  <a:srgbClr val="000000"/>
                </a:solidFill>
                <a:cs typeface="Arial"/>
              </a:rPr>
              <a:t>Compliance and utilization – PWA and DB</a:t>
            </a:r>
          </a:p>
          <a:p>
            <a:pPr marL="340995" lvl="1" indent="-169545">
              <a:buClr>
                <a:srgbClr val="005E92"/>
              </a:buClr>
              <a:buFont typeface="Arial" pitchFamily="2" charset="2"/>
            </a:pPr>
            <a:r>
              <a:rPr lang="en-US" dirty="0">
                <a:solidFill>
                  <a:srgbClr val="000000"/>
                </a:solidFill>
                <a:cs typeface="Arial"/>
              </a:rPr>
              <a:t>2026 quote, design and everything is loaded into ESP KPI</a:t>
            </a:r>
          </a:p>
          <a:p>
            <a:pPr marL="340995" lvl="1" indent="-169545">
              <a:buClr>
                <a:srgbClr val="005E92"/>
              </a:buClr>
              <a:buFont typeface="Arial" pitchFamily="2" charset="2"/>
              <a:buChar char="‒"/>
            </a:pPr>
            <a:r>
              <a:rPr lang="en-US" dirty="0">
                <a:solidFill>
                  <a:srgbClr val="000000"/>
                </a:solidFill>
                <a:cs typeface="Arial"/>
              </a:rPr>
              <a:t>Vendor access and everything approved Jan 1 – actually entering data</a:t>
            </a:r>
          </a:p>
          <a:p>
            <a:pPr marL="172720" indent="-172720">
              <a:buFont typeface="Arial"/>
            </a:pPr>
            <a:r>
              <a:rPr lang="en-US" dirty="0">
                <a:cs typeface="Arial"/>
              </a:rPr>
              <a:t>Highlight</a:t>
            </a:r>
            <a:r>
              <a:rPr lang="en-US" dirty="0">
                <a:solidFill>
                  <a:srgbClr val="000000"/>
                </a:solidFill>
                <a:latin typeface="Arial"/>
                <a:cs typeface="Arial"/>
              </a:rPr>
              <a:t> key milestones</a:t>
            </a:r>
            <a:endParaRPr lang="en-US" dirty="0">
              <a:cs typeface="Arial"/>
            </a:endParaRPr>
          </a:p>
          <a:p>
            <a:pPr marL="172720" indent="-172720">
              <a:buFont typeface="Arial"/>
            </a:pPr>
            <a:r>
              <a:rPr lang="en-US" dirty="0">
                <a:solidFill>
                  <a:srgbClr val="000000"/>
                </a:solidFill>
                <a:latin typeface="Arial"/>
                <a:cs typeface="Arial"/>
              </a:rPr>
              <a:t>Key Transition Milestones:</a:t>
            </a:r>
            <a:endParaRPr lang="en-US" dirty="0">
              <a:cs typeface="Arial"/>
            </a:endParaRPr>
          </a:p>
          <a:p>
            <a:pPr marL="340995" lvl="1" indent="-169545"/>
            <a:r>
              <a:rPr lang="en-US" dirty="0">
                <a:solidFill>
                  <a:srgbClr val="000000"/>
                </a:solidFill>
                <a:latin typeface="Arial"/>
                <a:cs typeface="Arial"/>
              </a:rPr>
              <a:t>User training</a:t>
            </a:r>
            <a:endParaRPr lang="en-US" dirty="0">
              <a:cs typeface="Arial"/>
            </a:endParaRPr>
          </a:p>
          <a:p>
            <a:pPr marL="340995" lvl="1" indent="-169545">
              <a:buClr>
                <a:srgbClr val="005E92"/>
              </a:buClr>
              <a:buFont typeface="Arial"/>
              <a:buChar char="‒"/>
            </a:pPr>
            <a:r>
              <a:rPr lang="en-US" dirty="0">
                <a:solidFill>
                  <a:srgbClr val="000000"/>
                </a:solidFill>
                <a:latin typeface="Arial"/>
                <a:cs typeface="Arial"/>
              </a:rPr>
              <a:t>Data backfill completion</a:t>
            </a:r>
            <a:endParaRPr lang="en-US" dirty="0">
              <a:solidFill>
                <a:srgbClr val="000000"/>
              </a:solidFill>
              <a:cs typeface="Arial"/>
            </a:endParaRPr>
          </a:p>
          <a:p>
            <a:pPr marL="340995" lvl="1" indent="-169545"/>
            <a:r>
              <a:rPr lang="en-US" dirty="0">
                <a:solidFill>
                  <a:srgbClr val="000000"/>
                </a:solidFill>
                <a:latin typeface="Arial"/>
                <a:cs typeface="Arial"/>
              </a:rPr>
              <a:t>Change management actions</a:t>
            </a:r>
            <a:endParaRPr lang="en-US" dirty="0">
              <a:solidFill>
                <a:srgbClr val="000000"/>
              </a:solidFill>
              <a:cs typeface="Arial"/>
            </a:endParaRPr>
          </a:p>
          <a:p>
            <a:pPr marL="340995" lvl="1" indent="-169545"/>
            <a:r>
              <a:rPr lang="en-US" dirty="0">
                <a:solidFill>
                  <a:srgbClr val="000000"/>
                </a:solidFill>
                <a:latin typeface="Arial"/>
                <a:cs typeface="Arial"/>
              </a:rPr>
              <a:t>Stakeholder communications</a:t>
            </a:r>
            <a:endParaRPr lang="en-US" dirty="0">
              <a:cs typeface="Arial"/>
            </a:endParaRPr>
          </a:p>
          <a:p>
            <a:pPr marL="172720" indent="-172720">
              <a:buFont typeface="Arial"/>
            </a:pPr>
            <a:endParaRPr lang="en-US" dirty="0">
              <a:solidFill>
                <a:srgbClr val="000000"/>
              </a:solidFill>
              <a:latin typeface="Arial"/>
              <a:cs typeface="Arial"/>
            </a:endParaRPr>
          </a:p>
        </p:txBody>
      </p:sp>
      <p:sp>
        <p:nvSpPr>
          <p:cNvPr id="5" name="Text Placeholder 4">
            <a:extLst>
              <a:ext uri="{FF2B5EF4-FFF2-40B4-BE49-F238E27FC236}">
                <a16:creationId xmlns:a16="http://schemas.microsoft.com/office/drawing/2014/main" id="{D6973D5C-2876-974F-ED18-367C45415691}"/>
              </a:ext>
            </a:extLst>
          </p:cNvPr>
          <p:cNvSpPr>
            <a:spLocks noGrp="1"/>
          </p:cNvSpPr>
          <p:nvPr>
            <p:ph type="body" sz="quarter" idx="10"/>
          </p:nvPr>
        </p:nvSpPr>
        <p:spPr/>
        <p:txBody>
          <a:bodyPr/>
          <a:lstStyle/>
          <a:p>
            <a:endParaRPr lang="en-US"/>
          </a:p>
        </p:txBody>
      </p:sp>
      <p:sp>
        <p:nvSpPr>
          <p:cNvPr id="7" name="TextBox 6">
            <a:extLst>
              <a:ext uri="{FF2B5EF4-FFF2-40B4-BE49-F238E27FC236}">
                <a16:creationId xmlns:a16="http://schemas.microsoft.com/office/drawing/2014/main" id="{8A5F48ED-B248-A57A-4259-8AC2D021CBFA}"/>
              </a:ext>
            </a:extLst>
          </p:cNvPr>
          <p:cNvSpPr txBox="1"/>
          <p:nvPr/>
        </p:nvSpPr>
        <p:spPr>
          <a:xfrm>
            <a:off x="7541285" y="92226"/>
            <a:ext cx="1423327" cy="488722"/>
          </a:xfrm>
          <a:prstGeom prst="rect">
            <a:avLst/>
          </a:prstGeom>
          <a:solidFill>
            <a:schemeClr val="accent5"/>
          </a:solidFill>
          <a:ln w="15875">
            <a:solidFill>
              <a:schemeClr val="tx1"/>
            </a:solidFill>
          </a:ln>
        </p:spPr>
        <p:txBody>
          <a:bodyPr wrap="square" lIns="91440" tIns="45720" rIns="91440" bIns="45720" rtlCol="0" anchor="t">
            <a:noAutofit/>
          </a:bodyPr>
          <a:lstStyle/>
          <a:p>
            <a:pPr algn="ctr"/>
            <a:r>
              <a:rPr lang="en-US" sz="1200" b="1">
                <a:latin typeface="Arial"/>
                <a:ea typeface="ＭＳ Ｐゴシック"/>
              </a:rPr>
              <a:t>Shane</a:t>
            </a:r>
            <a:endParaRPr lang="en-US" sz="1200" b="1"/>
          </a:p>
        </p:txBody>
      </p:sp>
    </p:spTree>
    <p:extLst>
      <p:ext uri="{BB962C8B-B14F-4D97-AF65-F5344CB8AC3E}">
        <p14:creationId xmlns:p14="http://schemas.microsoft.com/office/powerpoint/2010/main" val="1212306359"/>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2D3523-66FC-5945-C2EE-0A1FB0CF437A}"/>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5</a:t>
            </a:fld>
            <a:endParaRPr lang="en-US"/>
          </a:p>
        </p:txBody>
      </p:sp>
      <p:sp>
        <p:nvSpPr>
          <p:cNvPr id="3" name="Title 2">
            <a:extLst>
              <a:ext uri="{FF2B5EF4-FFF2-40B4-BE49-F238E27FC236}">
                <a16:creationId xmlns:a16="http://schemas.microsoft.com/office/drawing/2014/main" id="{02602EC8-4242-337F-2A63-5AB3091ECE00}"/>
              </a:ext>
            </a:extLst>
          </p:cNvPr>
          <p:cNvSpPr>
            <a:spLocks noGrp="1"/>
          </p:cNvSpPr>
          <p:nvPr>
            <p:ph type="title"/>
          </p:nvPr>
        </p:nvSpPr>
        <p:spPr/>
        <p:txBody>
          <a:bodyPr/>
          <a:lstStyle/>
          <a:p>
            <a:r>
              <a:rPr lang="en-US" dirty="0"/>
              <a:t>Q1 2026: Transition &amp; Go-Live Activities</a:t>
            </a:r>
          </a:p>
        </p:txBody>
      </p:sp>
      <p:sp>
        <p:nvSpPr>
          <p:cNvPr id="4" name="Content Placeholder 3">
            <a:extLst>
              <a:ext uri="{FF2B5EF4-FFF2-40B4-BE49-F238E27FC236}">
                <a16:creationId xmlns:a16="http://schemas.microsoft.com/office/drawing/2014/main" id="{BD5485ED-BA1C-4C78-8412-BA2D16FDC4C1}"/>
              </a:ext>
            </a:extLst>
          </p:cNvPr>
          <p:cNvSpPr>
            <a:spLocks noGrp="1"/>
          </p:cNvSpPr>
          <p:nvPr>
            <p:ph sz="quarter" idx="14"/>
          </p:nvPr>
        </p:nvSpPr>
        <p:spPr/>
        <p:txBody>
          <a:bodyPr/>
          <a:lstStyle/>
          <a:p>
            <a:r>
              <a:rPr lang="en-US" dirty="0"/>
              <a:t>Focus:</a:t>
            </a:r>
          </a:p>
          <a:p>
            <a:pPr lvl="1"/>
            <a:r>
              <a:rPr lang="en-US" dirty="0"/>
              <a:t>Full user adoption &amp; system integration</a:t>
            </a:r>
          </a:p>
          <a:p>
            <a:pPr lvl="1"/>
            <a:r>
              <a:rPr lang="en-US" dirty="0"/>
              <a:t>Training completion &amp; user manual distribution</a:t>
            </a:r>
          </a:p>
          <a:p>
            <a:pPr lvl="1"/>
            <a:r>
              <a:rPr lang="en-US" dirty="0"/>
              <a:t>Onboard ENI Eng, Field, Prod Eng, vendors (Jan)</a:t>
            </a:r>
          </a:p>
          <a:p>
            <a:pPr lvl="1"/>
            <a:r>
              <a:rPr lang="en-US" dirty="0"/>
              <a:t>2026 quotes/design/data loaded into ESP KPI</a:t>
            </a:r>
          </a:p>
          <a:p>
            <a:pPr lvl="1"/>
            <a:r>
              <a:rPr lang="en-US" dirty="0"/>
              <a:t>Vendor data entry begins Jan 2026</a:t>
            </a:r>
          </a:p>
          <a:p>
            <a:pPr lvl="1"/>
            <a:endParaRPr lang="en-US" dirty="0"/>
          </a:p>
          <a:p>
            <a:r>
              <a:rPr lang="en-US" dirty="0"/>
              <a:t>Key Transition Milestones:</a:t>
            </a:r>
          </a:p>
          <a:p>
            <a:pPr lvl="1"/>
            <a:r>
              <a:rPr lang="en-US" dirty="0"/>
              <a:t>Finish data backfill</a:t>
            </a:r>
          </a:p>
          <a:p>
            <a:pPr lvl="1"/>
            <a:r>
              <a:rPr lang="en-US" dirty="0"/>
              <a:t>Execute change management plan</a:t>
            </a:r>
          </a:p>
          <a:p>
            <a:pPr lvl="1"/>
            <a:r>
              <a:rPr lang="en-US" dirty="0"/>
              <a:t>Compliance &amp; utilization tracking live (PWA/DB)</a:t>
            </a:r>
          </a:p>
          <a:p>
            <a:pPr lvl="1"/>
            <a:r>
              <a:rPr lang="en-US" dirty="0"/>
              <a:t>Stakeholder communications sent</a:t>
            </a:r>
          </a:p>
          <a:p>
            <a:pPr lvl="1"/>
            <a:endParaRPr lang="en-US" dirty="0"/>
          </a:p>
        </p:txBody>
      </p:sp>
      <p:sp>
        <p:nvSpPr>
          <p:cNvPr id="5" name="Text Placeholder 4">
            <a:extLst>
              <a:ext uri="{FF2B5EF4-FFF2-40B4-BE49-F238E27FC236}">
                <a16:creationId xmlns:a16="http://schemas.microsoft.com/office/drawing/2014/main" id="{998245D4-9673-3C90-0AFD-0640658A76AE}"/>
              </a:ext>
            </a:extLst>
          </p:cNvPr>
          <p:cNvSpPr>
            <a:spLocks noGrp="1"/>
          </p:cNvSpPr>
          <p:nvPr>
            <p:ph type="body" sz="quarter" idx="10"/>
          </p:nvPr>
        </p:nvSpPr>
        <p:spPr/>
        <p:txBody>
          <a:bodyPr/>
          <a:lstStyle/>
          <a:p>
            <a:endParaRPr lang="en-US"/>
          </a:p>
        </p:txBody>
      </p:sp>
      <p:sp>
        <p:nvSpPr>
          <p:cNvPr id="6" name="TextBox 5">
            <a:extLst>
              <a:ext uri="{FF2B5EF4-FFF2-40B4-BE49-F238E27FC236}">
                <a16:creationId xmlns:a16="http://schemas.microsoft.com/office/drawing/2014/main" id="{13AC1C03-819A-FC30-23CB-6F395490B12B}"/>
              </a:ext>
            </a:extLst>
          </p:cNvPr>
          <p:cNvSpPr txBox="1"/>
          <p:nvPr/>
        </p:nvSpPr>
        <p:spPr>
          <a:xfrm>
            <a:off x="7541285" y="92226"/>
            <a:ext cx="1423327" cy="488722"/>
          </a:xfrm>
          <a:prstGeom prst="rect">
            <a:avLst/>
          </a:prstGeom>
          <a:solidFill>
            <a:schemeClr val="accent5"/>
          </a:solidFill>
          <a:ln w="15875">
            <a:solidFill>
              <a:schemeClr val="tx1"/>
            </a:solidFill>
          </a:ln>
        </p:spPr>
        <p:txBody>
          <a:bodyPr wrap="square" lIns="91440" tIns="45720" rIns="91440" bIns="45720" rtlCol="0" anchor="t">
            <a:noAutofit/>
          </a:bodyPr>
          <a:lstStyle/>
          <a:p>
            <a:pPr algn="ctr"/>
            <a:r>
              <a:rPr lang="en-US" sz="1200" b="1">
                <a:latin typeface="Arial"/>
                <a:ea typeface="ＭＳ Ｐゴシック"/>
              </a:rPr>
              <a:t>Shane</a:t>
            </a:r>
            <a:endParaRPr lang="en-US" sz="1200" b="1"/>
          </a:p>
        </p:txBody>
      </p:sp>
    </p:spTree>
    <p:extLst>
      <p:ext uri="{BB962C8B-B14F-4D97-AF65-F5344CB8AC3E}">
        <p14:creationId xmlns:p14="http://schemas.microsoft.com/office/powerpoint/2010/main" val="3460803484"/>
      </p:ext>
    </p:extLst>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A8A2D-5066-059E-D073-743E459A0FB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839C35-94FB-F2F4-903D-9E6B40506E48}"/>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6</a:t>
            </a:fld>
            <a:endParaRPr lang="en-US"/>
          </a:p>
        </p:txBody>
      </p:sp>
      <p:sp>
        <p:nvSpPr>
          <p:cNvPr id="3" name="Title 2">
            <a:extLst>
              <a:ext uri="{FF2B5EF4-FFF2-40B4-BE49-F238E27FC236}">
                <a16:creationId xmlns:a16="http://schemas.microsoft.com/office/drawing/2014/main" id="{240CD5C5-8F79-5C14-8E43-35A1814A9241}"/>
              </a:ext>
            </a:extLst>
          </p:cNvPr>
          <p:cNvSpPr>
            <a:spLocks noGrp="1"/>
          </p:cNvSpPr>
          <p:nvPr>
            <p:ph type="title"/>
          </p:nvPr>
        </p:nvSpPr>
        <p:spPr/>
        <p:txBody>
          <a:bodyPr/>
          <a:lstStyle/>
          <a:p>
            <a:r>
              <a:rPr lang="en-US" dirty="0"/>
              <a:t>2025 Development &amp; Testing Achievements</a:t>
            </a:r>
          </a:p>
        </p:txBody>
      </p:sp>
      <p:sp>
        <p:nvSpPr>
          <p:cNvPr id="9" name="TextBox 8">
            <a:extLst>
              <a:ext uri="{FF2B5EF4-FFF2-40B4-BE49-F238E27FC236}">
                <a16:creationId xmlns:a16="http://schemas.microsoft.com/office/drawing/2014/main" id="{26ADA8F4-55EB-E592-07FB-832F1D024883}"/>
              </a:ext>
            </a:extLst>
          </p:cNvPr>
          <p:cNvSpPr txBox="1"/>
          <p:nvPr/>
        </p:nvSpPr>
        <p:spPr>
          <a:xfrm>
            <a:off x="7541285" y="92226"/>
            <a:ext cx="1423327" cy="488722"/>
          </a:xfrm>
          <a:prstGeom prst="rect">
            <a:avLst/>
          </a:prstGeom>
          <a:solidFill>
            <a:schemeClr val="accent5"/>
          </a:solidFill>
          <a:ln w="15875">
            <a:solidFill>
              <a:schemeClr val="tx1"/>
            </a:solidFill>
          </a:ln>
        </p:spPr>
        <p:txBody>
          <a:bodyPr wrap="square" rtlCol="0">
            <a:noAutofit/>
          </a:bodyPr>
          <a:lstStyle/>
          <a:p>
            <a:pPr algn="ctr"/>
            <a:r>
              <a:rPr lang="en-US" sz="1200" b="1"/>
              <a:t>Erika</a:t>
            </a:r>
          </a:p>
        </p:txBody>
      </p:sp>
      <p:sp>
        <p:nvSpPr>
          <p:cNvPr id="12" name="Content Placeholder 11">
            <a:extLst>
              <a:ext uri="{FF2B5EF4-FFF2-40B4-BE49-F238E27FC236}">
                <a16:creationId xmlns:a16="http://schemas.microsoft.com/office/drawing/2014/main" id="{A4E8578C-421E-998E-DFCD-F31573C39461}"/>
              </a:ext>
            </a:extLst>
          </p:cNvPr>
          <p:cNvSpPr>
            <a:spLocks noGrp="1"/>
          </p:cNvSpPr>
          <p:nvPr>
            <p:ph sz="quarter" idx="14"/>
          </p:nvPr>
        </p:nvSpPr>
        <p:spPr>
          <a:xfrm>
            <a:off x="367598" y="673173"/>
            <a:ext cx="8427954" cy="3866248"/>
          </a:xfrm>
        </p:spPr>
        <p:txBody>
          <a:bodyPr vert="horz" wrap="square" lIns="0" tIns="45720" rIns="91440" bIns="45720" numCol="1" anchor="t" anchorCtr="0" compatLnSpc="1">
            <a:prstTxWarp prst="textNoShape">
              <a:avLst/>
            </a:prstTxWarp>
          </a:bodyPr>
          <a:lstStyle/>
          <a:p>
            <a:endParaRPr lang="en-US" dirty="0">
              <a:cs typeface="Arial"/>
            </a:endParaRPr>
          </a:p>
          <a:p>
            <a:r>
              <a:rPr lang="en-US" dirty="0">
                <a:cs typeface="Arial"/>
              </a:rPr>
              <a:t>User Acceptance Testing (UAT)</a:t>
            </a:r>
          </a:p>
          <a:p>
            <a:pPr lvl="1"/>
            <a:r>
              <a:rPr lang="en-US" dirty="0"/>
              <a:t>Completed </a:t>
            </a:r>
            <a:r>
              <a:rPr lang="en-US" b="1" dirty="0"/>
              <a:t>6 sessions </a:t>
            </a:r>
            <a:r>
              <a:rPr lang="en-US" dirty="0"/>
              <a:t>with internal user groups</a:t>
            </a:r>
          </a:p>
          <a:p>
            <a:pPr lvl="1"/>
            <a:r>
              <a:rPr lang="en-US" dirty="0"/>
              <a:t>Logged and implemented </a:t>
            </a:r>
            <a:r>
              <a:rPr lang="en-US" b="1" dirty="0"/>
              <a:t>~50 enhancements</a:t>
            </a:r>
          </a:p>
          <a:p>
            <a:pPr lvl="1"/>
            <a:endParaRPr lang="en-US" sz="1600" b="1" dirty="0">
              <a:cs typeface="Arial"/>
            </a:endParaRPr>
          </a:p>
          <a:p>
            <a:pPr lvl="0"/>
            <a:r>
              <a:rPr lang="en-US" dirty="0">
                <a:cs typeface="Arial"/>
              </a:rPr>
              <a:t>Beta Testing</a:t>
            </a:r>
          </a:p>
          <a:p>
            <a:pPr lvl="1"/>
            <a:r>
              <a:rPr lang="en-US" dirty="0"/>
              <a:t>Conducted </a:t>
            </a:r>
            <a:r>
              <a:rPr lang="en-US" b="1" dirty="0"/>
              <a:t>3-week beta program</a:t>
            </a:r>
          </a:p>
          <a:p>
            <a:pPr lvl="1"/>
            <a:r>
              <a:rPr lang="en-US" dirty="0"/>
              <a:t>Logged and implemented </a:t>
            </a:r>
            <a:r>
              <a:rPr lang="en-US" b="1" dirty="0"/>
              <a:t>~25 additional enhancements</a:t>
            </a:r>
          </a:p>
          <a:p>
            <a:pPr marL="457200" lvl="1" indent="0">
              <a:lnSpc>
                <a:spcPct val="107000"/>
              </a:lnSpc>
              <a:spcBef>
                <a:spcPts val="0"/>
              </a:spcBef>
              <a:spcAft>
                <a:spcPts val="0"/>
              </a:spcAft>
              <a:buNone/>
            </a:pPr>
            <a:endParaRPr lang="en-US" dirty="0">
              <a:ea typeface="+mn-lt"/>
              <a:cs typeface="+mn-lt"/>
            </a:endParaRPr>
          </a:p>
        </p:txBody>
      </p:sp>
    </p:spTree>
    <p:extLst>
      <p:ext uri="{BB962C8B-B14F-4D97-AF65-F5344CB8AC3E}">
        <p14:creationId xmlns:p14="http://schemas.microsoft.com/office/powerpoint/2010/main" val="1408539958"/>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00D9CC-0A8C-C50B-52FE-9DDF8E31AAFD}"/>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7</a:t>
            </a:fld>
            <a:endParaRPr lang="en-US"/>
          </a:p>
        </p:txBody>
      </p:sp>
      <p:sp>
        <p:nvSpPr>
          <p:cNvPr id="3" name="Title 2">
            <a:extLst>
              <a:ext uri="{FF2B5EF4-FFF2-40B4-BE49-F238E27FC236}">
                <a16:creationId xmlns:a16="http://schemas.microsoft.com/office/drawing/2014/main" id="{F58AFD45-2D3A-8303-22F4-5918967B501E}"/>
              </a:ext>
            </a:extLst>
          </p:cNvPr>
          <p:cNvSpPr>
            <a:spLocks noGrp="1"/>
          </p:cNvSpPr>
          <p:nvPr>
            <p:ph type="title"/>
          </p:nvPr>
        </p:nvSpPr>
        <p:spPr/>
        <p:txBody>
          <a:bodyPr/>
          <a:lstStyle/>
          <a:p>
            <a:r>
              <a:rPr lang="en-US" dirty="0"/>
              <a:t>2025 Development Achievements &amp; Demo</a:t>
            </a:r>
          </a:p>
        </p:txBody>
      </p:sp>
      <p:sp>
        <p:nvSpPr>
          <p:cNvPr id="9" name="TextBox 8">
            <a:extLst>
              <a:ext uri="{FF2B5EF4-FFF2-40B4-BE49-F238E27FC236}">
                <a16:creationId xmlns:a16="http://schemas.microsoft.com/office/drawing/2014/main" id="{BACCC8BD-6B27-4BD7-2DEF-E0C9175CF527}"/>
              </a:ext>
            </a:extLst>
          </p:cNvPr>
          <p:cNvSpPr txBox="1"/>
          <p:nvPr/>
        </p:nvSpPr>
        <p:spPr>
          <a:xfrm>
            <a:off x="7541285" y="92226"/>
            <a:ext cx="1423327" cy="488722"/>
          </a:xfrm>
          <a:prstGeom prst="rect">
            <a:avLst/>
          </a:prstGeom>
          <a:solidFill>
            <a:schemeClr val="accent5"/>
          </a:solidFill>
          <a:ln w="15875">
            <a:solidFill>
              <a:schemeClr val="tx1"/>
            </a:solidFill>
          </a:ln>
        </p:spPr>
        <p:txBody>
          <a:bodyPr wrap="square" rtlCol="0">
            <a:noAutofit/>
          </a:bodyPr>
          <a:lstStyle/>
          <a:p>
            <a:pPr algn="ctr"/>
            <a:r>
              <a:rPr lang="en-US" sz="1200" b="1"/>
              <a:t>Erika</a:t>
            </a:r>
          </a:p>
        </p:txBody>
      </p:sp>
      <p:sp>
        <p:nvSpPr>
          <p:cNvPr id="6" name="Content Placeholder 5">
            <a:extLst>
              <a:ext uri="{FF2B5EF4-FFF2-40B4-BE49-F238E27FC236}">
                <a16:creationId xmlns:a16="http://schemas.microsoft.com/office/drawing/2014/main" id="{978BAABE-C7EB-5C96-D028-D917F6B3776E}"/>
              </a:ext>
            </a:extLst>
          </p:cNvPr>
          <p:cNvSpPr>
            <a:spLocks noGrp="1"/>
          </p:cNvSpPr>
          <p:nvPr>
            <p:ph sz="quarter" idx="14"/>
          </p:nvPr>
        </p:nvSpPr>
        <p:spPr>
          <a:xfrm>
            <a:off x="358023" y="673172"/>
            <a:ext cx="8427954" cy="4028427"/>
          </a:xfrm>
        </p:spPr>
        <p:txBody>
          <a:bodyPr/>
          <a:lstStyle/>
          <a:p>
            <a:endParaRPr lang="en-US" dirty="0">
              <a:cs typeface="Arial"/>
            </a:endParaRPr>
          </a:p>
          <a:p>
            <a:r>
              <a:rPr lang="en-US" dirty="0">
                <a:cs typeface="Arial"/>
              </a:rPr>
              <a:t>External-Facing Application Security</a:t>
            </a:r>
          </a:p>
          <a:p>
            <a:pPr lvl="1"/>
            <a:r>
              <a:rPr lang="en-US" dirty="0"/>
              <a:t>Secured PWA with </a:t>
            </a:r>
            <a:r>
              <a:rPr lang="en-US" b="1" dirty="0"/>
              <a:t>PingID</a:t>
            </a:r>
            <a:r>
              <a:rPr lang="en-US" dirty="0"/>
              <a:t> (CNRL standard sign-in)</a:t>
            </a:r>
          </a:p>
          <a:p>
            <a:pPr lvl="1"/>
            <a:r>
              <a:rPr lang="en-US" dirty="0"/>
              <a:t>Preserved data integrity via </a:t>
            </a:r>
            <a:r>
              <a:rPr lang="en-US" b="1" dirty="0"/>
              <a:t>automated form locking</a:t>
            </a:r>
            <a:r>
              <a:rPr lang="en-US" dirty="0"/>
              <a:t> for vendors</a:t>
            </a:r>
          </a:p>
          <a:p>
            <a:pPr lvl="1"/>
            <a:r>
              <a:rPr lang="en-US" dirty="0"/>
              <a:t>Restricted form access and editability by </a:t>
            </a:r>
            <a:r>
              <a:rPr lang="en-US" b="1" dirty="0"/>
              <a:t>user role</a:t>
            </a:r>
          </a:p>
          <a:p>
            <a:pPr lvl="1"/>
            <a:endParaRPr lang="en-US" dirty="0"/>
          </a:p>
          <a:p>
            <a:r>
              <a:rPr lang="en-US" dirty="0"/>
              <a:t>User Experience Improvements</a:t>
            </a:r>
          </a:p>
          <a:p>
            <a:pPr lvl="1"/>
            <a:r>
              <a:rPr lang="en-US" dirty="0"/>
              <a:t>Streamlined workflow for </a:t>
            </a:r>
            <a:r>
              <a:rPr lang="en-US" b="1" dirty="0"/>
              <a:t>adding equipment installs</a:t>
            </a:r>
            <a:r>
              <a:rPr lang="en-US" dirty="0"/>
              <a:t> to a Production Period</a:t>
            </a:r>
          </a:p>
          <a:p>
            <a:pPr lvl="1"/>
            <a:r>
              <a:rPr lang="en-US" dirty="0"/>
              <a:t>Added </a:t>
            </a:r>
            <a:r>
              <a:rPr lang="en-US" b="1" dirty="0"/>
              <a:t>data-loss prevention</a:t>
            </a:r>
            <a:r>
              <a:rPr lang="en-US" dirty="0"/>
              <a:t> features with easy rollback options</a:t>
            </a:r>
          </a:p>
          <a:p>
            <a:pPr marL="171450" lvl="1" indent="0">
              <a:buNone/>
            </a:pPr>
            <a:endParaRPr lang="en-US" dirty="0"/>
          </a:p>
          <a:p>
            <a:pPr marL="457200" lvl="1" indent="0" algn="just">
              <a:lnSpc>
                <a:spcPct val="107000"/>
              </a:lnSpc>
              <a:spcBef>
                <a:spcPts val="0"/>
              </a:spcBef>
              <a:spcAft>
                <a:spcPts val="0"/>
              </a:spcAft>
              <a:buNone/>
              <a:tabLst>
                <a:tab pos="228600" algn="l"/>
              </a:tabLst>
            </a:pPr>
            <a:r>
              <a:rPr lang="en-US" sz="1600" kern="100" dirty="0">
                <a:solidFill>
                  <a:srgbClr val="000000"/>
                </a:solidFill>
                <a:latin typeface="Arial"/>
                <a:ea typeface="Calibri" panose="020F0502020204030204" pitchFamily="34" charset="0"/>
                <a:cs typeface="Arial"/>
                <a:hlinkClick r:id="rId3"/>
              </a:rPr>
              <a:t>https://devapp.cnrl.com/espkpitracker/</a:t>
            </a:r>
            <a:r>
              <a:rPr lang="en-US" sz="1600" kern="100" dirty="0">
                <a:latin typeface="Arial"/>
                <a:ea typeface="Calibri" panose="020F0502020204030204" pitchFamily="34" charset="0"/>
                <a:cs typeface="Arial"/>
              </a:rPr>
              <a:t>  </a:t>
            </a:r>
          </a:p>
          <a:p>
            <a:pPr marL="457200" lvl="1" indent="0" algn="just">
              <a:lnSpc>
                <a:spcPct val="107000"/>
              </a:lnSpc>
              <a:spcBef>
                <a:spcPts val="0"/>
              </a:spcBef>
              <a:spcAft>
                <a:spcPts val="0"/>
              </a:spcAft>
              <a:buNone/>
              <a:tabLst>
                <a:tab pos="228600" algn="l"/>
              </a:tabLst>
            </a:pPr>
            <a:r>
              <a:rPr lang="en-US" dirty="0">
                <a:hlinkClick r:id="rId4"/>
              </a:rPr>
              <a:t>https://desktop.pingone.com/cnrl/Selection?cmd=selection</a:t>
            </a:r>
            <a:r>
              <a:rPr lang="en-US" dirty="0"/>
              <a:t> </a:t>
            </a:r>
          </a:p>
          <a:p>
            <a:pPr marL="457200" lvl="1" indent="0">
              <a:lnSpc>
                <a:spcPct val="107000"/>
              </a:lnSpc>
              <a:spcBef>
                <a:spcPts val="0"/>
              </a:spcBef>
              <a:spcAft>
                <a:spcPts val="0"/>
              </a:spcAft>
              <a:buSzPts val="1000"/>
              <a:buNone/>
              <a:tabLst>
                <a:tab pos="228600" algn="l"/>
              </a:tabLst>
            </a:pPr>
            <a:endParaRPr lang="en-US" sz="1600" kern="100" dirty="0">
              <a:latin typeface="Calibri" panose="020F0502020204030204" pitchFamily="34" charset="0"/>
              <a:ea typeface="Calibri" panose="020F0502020204030204" pitchFamily="34" charset="0"/>
              <a:cs typeface="Times New Roman" panose="02020603050405020304" pitchFamily="18" charset="0"/>
            </a:endParaRPr>
          </a:p>
          <a:p>
            <a:pPr marL="631825" indent="-342900">
              <a:lnSpc>
                <a:spcPct val="107000"/>
              </a:lnSpc>
              <a:spcBef>
                <a:spcPts val="0"/>
              </a:spcBef>
              <a:spcAft>
                <a:spcPts val="0"/>
              </a:spcAft>
              <a:buSzPts val="1000"/>
              <a:buFont typeface="Arial" panose="020B0604020202020204" pitchFamily="34" charset="0"/>
              <a:buChar char="•"/>
              <a:tabLst>
                <a:tab pos="228600" algn="l"/>
              </a:tabLst>
            </a:pPr>
            <a:endParaRPr lang="en-US" sz="2800" kern="1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631825" indent="-342900">
              <a:lnSpc>
                <a:spcPct val="107000"/>
              </a:lnSpc>
              <a:spcBef>
                <a:spcPts val="0"/>
              </a:spcBef>
              <a:spcAft>
                <a:spcPts val="0"/>
              </a:spcAft>
              <a:buSzPts val="1000"/>
              <a:buFont typeface="Arial" panose="020B0604020202020204" pitchFamily="34" charset="0"/>
              <a:buChar char="•"/>
            </a:pPr>
            <a:endParaRPr lang="en-US" sz="1400" b="1" kern="100" dirty="0">
              <a:solidFill>
                <a:srgbClr val="2E74B5"/>
              </a:solidFill>
              <a:latin typeface="Calibri Light" panose="020F0302020204030204" pitchFamily="34" charset="0"/>
              <a:ea typeface="Calibri Light" panose="020F0302020204030204" pitchFamily="34" charset="0"/>
              <a:cs typeface="Times New Roman" panose="02020603050405020304" pitchFamily="18" charset="0"/>
            </a:endParaRPr>
          </a:p>
          <a:p>
            <a:pPr marL="0" indent="0">
              <a:buNone/>
            </a:pPr>
            <a:endParaRPr lang="en-US" sz="1400" dirty="0">
              <a:cs typeface="Arial"/>
            </a:endParaRPr>
          </a:p>
          <a:p>
            <a:pPr marL="172720" indent="-172720">
              <a:buFont typeface="Arial"/>
              <a:buChar char="•"/>
            </a:pPr>
            <a:endParaRPr lang="en-US" sz="1800" dirty="0">
              <a:cs typeface="Arial"/>
            </a:endParaRPr>
          </a:p>
        </p:txBody>
      </p:sp>
    </p:spTree>
    <p:extLst>
      <p:ext uri="{BB962C8B-B14F-4D97-AF65-F5344CB8AC3E}">
        <p14:creationId xmlns:p14="http://schemas.microsoft.com/office/powerpoint/2010/main" val="1257442438"/>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A25E3-A17F-356F-8C48-356EA420FA8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66C1B3-A96A-149D-583B-81599D886854}"/>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8</a:t>
            </a:fld>
            <a:endParaRPr lang="en-US"/>
          </a:p>
        </p:txBody>
      </p:sp>
      <p:sp>
        <p:nvSpPr>
          <p:cNvPr id="3" name="Title 2">
            <a:extLst>
              <a:ext uri="{FF2B5EF4-FFF2-40B4-BE49-F238E27FC236}">
                <a16:creationId xmlns:a16="http://schemas.microsoft.com/office/drawing/2014/main" id="{DE216874-A4D3-0E2D-0007-F88D13E70FAD}"/>
              </a:ext>
            </a:extLst>
          </p:cNvPr>
          <p:cNvSpPr>
            <a:spLocks noGrp="1"/>
          </p:cNvSpPr>
          <p:nvPr>
            <p:ph type="title"/>
          </p:nvPr>
        </p:nvSpPr>
        <p:spPr/>
        <p:txBody>
          <a:bodyPr/>
          <a:lstStyle/>
          <a:p>
            <a:r>
              <a:rPr lang="en-US" dirty="0"/>
              <a:t>2025 Features &amp; Demo (Part 2)</a:t>
            </a:r>
          </a:p>
        </p:txBody>
      </p:sp>
      <p:sp>
        <p:nvSpPr>
          <p:cNvPr id="9" name="TextBox 8">
            <a:extLst>
              <a:ext uri="{FF2B5EF4-FFF2-40B4-BE49-F238E27FC236}">
                <a16:creationId xmlns:a16="http://schemas.microsoft.com/office/drawing/2014/main" id="{65F3488E-8454-AC4D-A7A8-097D2F18483D}"/>
              </a:ext>
            </a:extLst>
          </p:cNvPr>
          <p:cNvSpPr txBox="1"/>
          <p:nvPr/>
        </p:nvSpPr>
        <p:spPr>
          <a:xfrm>
            <a:off x="7541285" y="92226"/>
            <a:ext cx="1423327" cy="488722"/>
          </a:xfrm>
          <a:prstGeom prst="rect">
            <a:avLst/>
          </a:prstGeom>
          <a:solidFill>
            <a:schemeClr val="accent5"/>
          </a:solidFill>
          <a:ln w="15875">
            <a:solidFill>
              <a:schemeClr val="tx1"/>
            </a:solidFill>
          </a:ln>
        </p:spPr>
        <p:txBody>
          <a:bodyPr wrap="square" rtlCol="0">
            <a:noAutofit/>
          </a:bodyPr>
          <a:lstStyle/>
          <a:p>
            <a:pPr algn="ctr"/>
            <a:r>
              <a:rPr lang="en-US" sz="1200" b="1"/>
              <a:t>Erika</a:t>
            </a:r>
          </a:p>
        </p:txBody>
      </p:sp>
      <p:sp>
        <p:nvSpPr>
          <p:cNvPr id="6" name="Content Placeholder 5">
            <a:extLst>
              <a:ext uri="{FF2B5EF4-FFF2-40B4-BE49-F238E27FC236}">
                <a16:creationId xmlns:a16="http://schemas.microsoft.com/office/drawing/2014/main" id="{39316C5E-8D32-EEF1-ED23-119843DF78C0}"/>
              </a:ext>
            </a:extLst>
          </p:cNvPr>
          <p:cNvSpPr>
            <a:spLocks noGrp="1"/>
          </p:cNvSpPr>
          <p:nvPr>
            <p:ph sz="quarter" idx="14"/>
          </p:nvPr>
        </p:nvSpPr>
        <p:spPr>
          <a:xfrm>
            <a:off x="358023" y="673173"/>
            <a:ext cx="8427954" cy="3732186"/>
          </a:xfrm>
        </p:spPr>
        <p:txBody>
          <a:bodyPr/>
          <a:lstStyle/>
          <a:p>
            <a:endParaRPr lang="en-US" sz="1800" dirty="0"/>
          </a:p>
          <a:p>
            <a:r>
              <a:rPr lang="en-US" dirty="0">
                <a:cs typeface="Arial"/>
              </a:rPr>
              <a:t>File Downloading Functionality</a:t>
            </a:r>
          </a:p>
          <a:p>
            <a:pPr lvl="1"/>
            <a:r>
              <a:rPr lang="en-US" dirty="0"/>
              <a:t>Added </a:t>
            </a:r>
            <a:r>
              <a:rPr lang="en-US" b="1" dirty="0"/>
              <a:t>printable versions of forms </a:t>
            </a:r>
            <a:r>
              <a:rPr lang="en-US" dirty="0"/>
              <a:t>for offline data capture</a:t>
            </a:r>
          </a:p>
          <a:p>
            <a:pPr lvl="1"/>
            <a:r>
              <a:rPr lang="en-US" dirty="0"/>
              <a:t>Standardized layout to align with PWA flow</a:t>
            </a:r>
          </a:p>
          <a:p>
            <a:pPr marL="171450" lvl="1" indent="0">
              <a:buNone/>
            </a:pPr>
            <a:endParaRPr lang="en-US" sz="1600" dirty="0"/>
          </a:p>
          <a:p>
            <a:r>
              <a:rPr lang="en-US" dirty="0">
                <a:cs typeface="Arial"/>
              </a:rPr>
              <a:t>Advanced Admin Functions</a:t>
            </a:r>
          </a:p>
          <a:p>
            <a:pPr lvl="1"/>
            <a:r>
              <a:rPr lang="en-US" dirty="0"/>
              <a:t>Enabled </a:t>
            </a:r>
            <a:r>
              <a:rPr lang="en-US" b="1" dirty="0"/>
              <a:t>front-end management of dropdown lists</a:t>
            </a:r>
          </a:p>
          <a:p>
            <a:pPr lvl="1"/>
            <a:r>
              <a:rPr lang="en-US" dirty="0"/>
              <a:t>Eliminated need for IS involvement in routine updates</a:t>
            </a:r>
          </a:p>
        </p:txBody>
      </p:sp>
    </p:spTree>
    <p:extLst>
      <p:ext uri="{BB962C8B-B14F-4D97-AF65-F5344CB8AC3E}">
        <p14:creationId xmlns:p14="http://schemas.microsoft.com/office/powerpoint/2010/main" val="2885939704"/>
      </p:ext>
    </p:ext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76550-5685-33DD-3EE8-560C33F6E4C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55F2DB-E204-B185-E3D0-90C04154066F}"/>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9</a:t>
            </a:fld>
            <a:endParaRPr lang="en-US"/>
          </a:p>
        </p:txBody>
      </p:sp>
      <p:sp>
        <p:nvSpPr>
          <p:cNvPr id="3" name="Title 2">
            <a:extLst>
              <a:ext uri="{FF2B5EF4-FFF2-40B4-BE49-F238E27FC236}">
                <a16:creationId xmlns:a16="http://schemas.microsoft.com/office/drawing/2014/main" id="{E1A0C80F-2E8A-3F8E-1EC1-9C962E3C9FFC}"/>
              </a:ext>
            </a:extLst>
          </p:cNvPr>
          <p:cNvSpPr>
            <a:spLocks noGrp="1"/>
          </p:cNvSpPr>
          <p:nvPr>
            <p:ph type="title"/>
          </p:nvPr>
        </p:nvSpPr>
        <p:spPr/>
        <p:txBody>
          <a:bodyPr/>
          <a:lstStyle/>
          <a:p>
            <a:r>
              <a:rPr lang="en-US" dirty="0"/>
              <a:t>2025 Data Integration Achievements</a:t>
            </a:r>
          </a:p>
        </p:txBody>
      </p:sp>
      <p:sp>
        <p:nvSpPr>
          <p:cNvPr id="9" name="TextBox 8">
            <a:extLst>
              <a:ext uri="{FF2B5EF4-FFF2-40B4-BE49-F238E27FC236}">
                <a16:creationId xmlns:a16="http://schemas.microsoft.com/office/drawing/2014/main" id="{81B18321-104F-3FF2-D0A9-FF03EE2E5AD4}"/>
              </a:ext>
            </a:extLst>
          </p:cNvPr>
          <p:cNvSpPr txBox="1"/>
          <p:nvPr/>
        </p:nvSpPr>
        <p:spPr>
          <a:xfrm>
            <a:off x="7541285" y="92226"/>
            <a:ext cx="1423327" cy="488722"/>
          </a:xfrm>
          <a:prstGeom prst="rect">
            <a:avLst/>
          </a:prstGeom>
          <a:solidFill>
            <a:schemeClr val="accent5"/>
          </a:solidFill>
          <a:ln w="15875">
            <a:solidFill>
              <a:schemeClr val="tx1"/>
            </a:solidFill>
          </a:ln>
        </p:spPr>
        <p:txBody>
          <a:bodyPr wrap="square" rtlCol="0">
            <a:noAutofit/>
          </a:bodyPr>
          <a:lstStyle/>
          <a:p>
            <a:pPr algn="ctr"/>
            <a:r>
              <a:rPr lang="en-US" sz="1200" b="1"/>
              <a:t>Emily</a:t>
            </a:r>
          </a:p>
        </p:txBody>
      </p:sp>
      <p:sp>
        <p:nvSpPr>
          <p:cNvPr id="6" name="Content Placeholder 5">
            <a:extLst>
              <a:ext uri="{FF2B5EF4-FFF2-40B4-BE49-F238E27FC236}">
                <a16:creationId xmlns:a16="http://schemas.microsoft.com/office/drawing/2014/main" id="{9E9D2B71-D46A-0396-DD81-8771F90BAB35}"/>
              </a:ext>
            </a:extLst>
          </p:cNvPr>
          <p:cNvSpPr>
            <a:spLocks noGrp="1"/>
          </p:cNvSpPr>
          <p:nvPr>
            <p:ph sz="quarter" idx="14"/>
          </p:nvPr>
        </p:nvSpPr>
        <p:spPr>
          <a:xfrm>
            <a:off x="361261" y="675565"/>
            <a:ext cx="8421478" cy="4192251"/>
          </a:xfrm>
        </p:spPr>
        <p:txBody>
          <a:bodyPr/>
          <a:lstStyle/>
          <a:p>
            <a:r>
              <a:rPr lang="en-US" dirty="0">
                <a:cs typeface="Arial"/>
              </a:rPr>
              <a:t>ETL Status</a:t>
            </a:r>
          </a:p>
          <a:p>
            <a:pPr lvl="1"/>
            <a:r>
              <a:rPr lang="en-US" dirty="0"/>
              <a:t>Complete through </a:t>
            </a:r>
            <a:r>
              <a:rPr lang="en-US" b="1" dirty="0"/>
              <a:t>October 9th</a:t>
            </a:r>
          </a:p>
          <a:p>
            <a:pPr lvl="1"/>
            <a:r>
              <a:rPr lang="en-US" sz="1600" baseline="30000" dirty="0"/>
              <a:t> </a:t>
            </a:r>
            <a:r>
              <a:rPr lang="en-US" dirty="0"/>
              <a:t>Supporting Data Added</a:t>
            </a:r>
          </a:p>
          <a:p>
            <a:pPr lvl="2"/>
            <a:r>
              <a:rPr lang="en-US" sz="1400" dirty="0"/>
              <a:t>Part number descriptions</a:t>
            </a:r>
          </a:p>
          <a:p>
            <a:pPr lvl="2"/>
            <a:r>
              <a:rPr lang="en-US" sz="1400" dirty="0"/>
              <a:t>CNRL equipment inventory</a:t>
            </a:r>
          </a:p>
          <a:p>
            <a:r>
              <a:rPr lang="en-US" dirty="0">
                <a:cs typeface="Arial"/>
              </a:rPr>
              <a:t>Data Cleanup</a:t>
            </a:r>
          </a:p>
          <a:p>
            <a:pPr lvl="1"/>
            <a:r>
              <a:rPr lang="en-US" dirty="0"/>
              <a:t>Validated and standardized spreadsheet data before and during ETL</a:t>
            </a:r>
          </a:p>
          <a:p>
            <a:pPr lvl="1"/>
            <a:r>
              <a:rPr lang="en-US" dirty="0"/>
              <a:t>Corrected nonstandard values to ensure consistency</a:t>
            </a:r>
          </a:p>
          <a:p>
            <a:r>
              <a:rPr lang="en-US" dirty="0">
                <a:cs typeface="Arial"/>
              </a:rPr>
              <a:t>Reporting Views</a:t>
            </a:r>
          </a:p>
          <a:p>
            <a:pPr lvl="1"/>
            <a:r>
              <a:rPr lang="en-US" dirty="0"/>
              <a:t>KPI tracker views available for dashboard creation</a:t>
            </a:r>
          </a:p>
          <a:p>
            <a:pPr lvl="1"/>
            <a:r>
              <a:rPr lang="en-US" dirty="0"/>
              <a:t>Collaborated with Cam and Shane to resolve data inconsistencies</a:t>
            </a:r>
          </a:p>
          <a:p>
            <a:pPr marL="172720" indent="-172720">
              <a:buFont typeface="Wingdings"/>
              <a:buChar char="ü"/>
            </a:pPr>
            <a:endParaRPr lang="en-US" sz="1800" dirty="0">
              <a:cs typeface="Arial"/>
            </a:endParaRPr>
          </a:p>
        </p:txBody>
      </p:sp>
    </p:spTree>
    <p:extLst>
      <p:ext uri="{BB962C8B-B14F-4D97-AF65-F5344CB8AC3E}">
        <p14:creationId xmlns:p14="http://schemas.microsoft.com/office/powerpoint/2010/main" val="33730644"/>
      </p:ext>
    </p:ext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7AE7DF-F7AE-FC98-6E22-FA3AC7E27AA2}"/>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10</a:t>
            </a:fld>
            <a:endParaRPr lang="en-US"/>
          </a:p>
        </p:txBody>
      </p:sp>
      <p:sp>
        <p:nvSpPr>
          <p:cNvPr id="3" name="Title 2">
            <a:extLst>
              <a:ext uri="{FF2B5EF4-FFF2-40B4-BE49-F238E27FC236}">
                <a16:creationId xmlns:a16="http://schemas.microsoft.com/office/drawing/2014/main" id="{F323BAF7-9923-7D06-D59C-6D2DA67C06BD}"/>
              </a:ext>
            </a:extLst>
          </p:cNvPr>
          <p:cNvSpPr>
            <a:spLocks noGrp="1"/>
          </p:cNvSpPr>
          <p:nvPr>
            <p:ph type="title"/>
          </p:nvPr>
        </p:nvSpPr>
        <p:spPr/>
        <p:txBody>
          <a:bodyPr/>
          <a:lstStyle/>
          <a:p>
            <a:r>
              <a:rPr lang="en-US"/>
              <a:t>Dashboard Features</a:t>
            </a:r>
          </a:p>
        </p:txBody>
      </p:sp>
      <p:sp>
        <p:nvSpPr>
          <p:cNvPr id="4" name="Content Placeholder 3">
            <a:extLst>
              <a:ext uri="{FF2B5EF4-FFF2-40B4-BE49-F238E27FC236}">
                <a16:creationId xmlns:a16="http://schemas.microsoft.com/office/drawing/2014/main" id="{073D82C7-D273-B4A4-BB27-EBB7E99E5578}"/>
              </a:ext>
            </a:extLst>
          </p:cNvPr>
          <p:cNvSpPr>
            <a:spLocks noGrp="1"/>
          </p:cNvSpPr>
          <p:nvPr>
            <p:ph sz="quarter" idx="14"/>
          </p:nvPr>
        </p:nvSpPr>
        <p:spPr/>
        <p:txBody>
          <a:bodyPr/>
          <a:lstStyle/>
          <a:p>
            <a:r>
              <a:rPr lang="en-US"/>
              <a:t>Monthly Reporting</a:t>
            </a:r>
          </a:p>
          <a:p>
            <a:pPr lvl="1"/>
            <a:r>
              <a:rPr lang="en-US"/>
              <a:t>WKO/Equipment costs</a:t>
            </a:r>
          </a:p>
          <a:p>
            <a:pPr lvl="1"/>
            <a:r>
              <a:rPr lang="en-US"/>
              <a:t>Activity compared to budget</a:t>
            </a:r>
          </a:p>
          <a:p>
            <a:r>
              <a:rPr lang="en-US"/>
              <a:t>Reliability Benchmarking</a:t>
            </a:r>
          </a:p>
          <a:p>
            <a:pPr lvl="1"/>
            <a:r>
              <a:rPr lang="en-US"/>
              <a:t>Run life</a:t>
            </a:r>
          </a:p>
          <a:p>
            <a:pPr lvl="1"/>
            <a:r>
              <a:rPr lang="en-US"/>
              <a:t>Reliability stats</a:t>
            </a:r>
          </a:p>
          <a:p>
            <a:pPr lvl="1"/>
            <a:r>
              <a:rPr lang="en-US"/>
              <a:t>Survival curve</a:t>
            </a:r>
          </a:p>
          <a:p>
            <a:r>
              <a:rPr lang="en-US"/>
              <a:t>Leading ESP Failures</a:t>
            </a:r>
          </a:p>
          <a:p>
            <a:pPr lvl="1"/>
            <a:r>
              <a:rPr lang="en-US"/>
              <a:t>Component</a:t>
            </a:r>
          </a:p>
          <a:p>
            <a:pPr lvl="1"/>
            <a:r>
              <a:rPr lang="en-US"/>
              <a:t>Vendor</a:t>
            </a:r>
          </a:p>
          <a:p>
            <a:pPr lvl="1"/>
            <a:r>
              <a:rPr lang="en-US"/>
              <a:t>Cause of failure</a:t>
            </a:r>
          </a:p>
          <a:p>
            <a:pPr lvl="1">
              <a:buFont typeface="Arial" panose="020B0604020202020204" pitchFamily="34" charset="0"/>
              <a:buChar char="•"/>
            </a:pPr>
            <a:endParaRPr lang="en-US"/>
          </a:p>
        </p:txBody>
      </p:sp>
      <p:sp>
        <p:nvSpPr>
          <p:cNvPr id="5" name="Text Placeholder 4">
            <a:extLst>
              <a:ext uri="{FF2B5EF4-FFF2-40B4-BE49-F238E27FC236}">
                <a16:creationId xmlns:a16="http://schemas.microsoft.com/office/drawing/2014/main" id="{D6973D5C-2876-974F-ED18-367C45415691}"/>
              </a:ext>
            </a:extLst>
          </p:cNvPr>
          <p:cNvSpPr>
            <a:spLocks noGrp="1"/>
          </p:cNvSpPr>
          <p:nvPr>
            <p:ph type="body" sz="quarter" idx="10"/>
          </p:nvPr>
        </p:nvSpPr>
        <p:spPr/>
        <p:txBody>
          <a:bodyPr/>
          <a:lstStyle/>
          <a:p>
            <a:endParaRPr lang="en-US"/>
          </a:p>
        </p:txBody>
      </p:sp>
      <p:pic>
        <p:nvPicPr>
          <p:cNvPr id="1027" name="Picture 3">
            <a:extLst>
              <a:ext uri="{FF2B5EF4-FFF2-40B4-BE49-F238E27FC236}">
                <a16:creationId xmlns:a16="http://schemas.microsoft.com/office/drawing/2014/main" id="{777EB587-3089-92EB-9C59-85D40DBD63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9065" y="823892"/>
            <a:ext cx="5198049" cy="1742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2">
            <a:extLst>
              <a:ext uri="{FF2B5EF4-FFF2-40B4-BE49-F238E27FC236}">
                <a16:creationId xmlns:a16="http://schemas.microsoft.com/office/drawing/2014/main" id="{9FE95C3F-CAEA-EF66-52B2-30FDDD53F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9065" y="2566468"/>
            <a:ext cx="5198049" cy="216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5E6FA200-EDEF-2FCA-EF05-8F69A9589BAA}"/>
              </a:ext>
            </a:extLst>
          </p:cNvPr>
          <p:cNvSpPr txBox="1"/>
          <p:nvPr/>
        </p:nvSpPr>
        <p:spPr>
          <a:xfrm>
            <a:off x="7541285" y="92226"/>
            <a:ext cx="1423327" cy="488722"/>
          </a:xfrm>
          <a:prstGeom prst="rect">
            <a:avLst/>
          </a:prstGeom>
          <a:solidFill>
            <a:schemeClr val="accent5"/>
          </a:solidFill>
          <a:ln w="15875">
            <a:solidFill>
              <a:schemeClr val="tx1"/>
            </a:solidFill>
          </a:ln>
        </p:spPr>
        <p:txBody>
          <a:bodyPr wrap="square" lIns="91440" tIns="45720" rIns="91440" bIns="45720" rtlCol="0" anchor="t">
            <a:noAutofit/>
          </a:bodyPr>
          <a:lstStyle/>
          <a:p>
            <a:pPr algn="ctr"/>
            <a:r>
              <a:rPr lang="en-US" sz="1200" b="1">
                <a:latin typeface="Arial"/>
                <a:ea typeface="ＭＳ Ｐゴシック"/>
              </a:rPr>
              <a:t>Cam</a:t>
            </a:r>
            <a:endParaRPr lang="en-US" sz="1200" b="1"/>
          </a:p>
          <a:p>
            <a:pPr algn="ctr"/>
            <a:endParaRPr lang="en-US" sz="1200" b="1"/>
          </a:p>
        </p:txBody>
      </p:sp>
    </p:spTree>
    <p:extLst>
      <p:ext uri="{BB962C8B-B14F-4D97-AF65-F5344CB8AC3E}">
        <p14:creationId xmlns:p14="http://schemas.microsoft.com/office/powerpoint/2010/main" val="2886378167"/>
      </p:ext>
    </p:extLst>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C32D7C-E849-C3B6-B8AB-9D4C8FB29830}"/>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11</a:t>
            </a:fld>
            <a:endParaRPr lang="en-US"/>
          </a:p>
        </p:txBody>
      </p:sp>
      <p:sp>
        <p:nvSpPr>
          <p:cNvPr id="3" name="Title 2">
            <a:extLst>
              <a:ext uri="{FF2B5EF4-FFF2-40B4-BE49-F238E27FC236}">
                <a16:creationId xmlns:a16="http://schemas.microsoft.com/office/drawing/2014/main" id="{AA35FD5F-B6EF-AA81-86BF-46A447D7CAA0}"/>
              </a:ext>
            </a:extLst>
          </p:cNvPr>
          <p:cNvSpPr>
            <a:spLocks noGrp="1"/>
          </p:cNvSpPr>
          <p:nvPr>
            <p:ph type="title"/>
          </p:nvPr>
        </p:nvSpPr>
        <p:spPr/>
        <p:txBody>
          <a:bodyPr/>
          <a:lstStyle/>
          <a:p>
            <a:r>
              <a:rPr lang="en-US"/>
              <a:t>Visuals Overview</a:t>
            </a:r>
          </a:p>
        </p:txBody>
      </p:sp>
      <p:sp>
        <p:nvSpPr>
          <p:cNvPr id="5" name="Text Placeholder 4">
            <a:extLst>
              <a:ext uri="{FF2B5EF4-FFF2-40B4-BE49-F238E27FC236}">
                <a16:creationId xmlns:a16="http://schemas.microsoft.com/office/drawing/2014/main" id="{4A8567CD-14E3-B1FE-2E22-66E6A12BF821}"/>
              </a:ext>
            </a:extLst>
          </p:cNvPr>
          <p:cNvSpPr>
            <a:spLocks noGrp="1"/>
          </p:cNvSpPr>
          <p:nvPr>
            <p:ph type="body" sz="quarter" idx="10"/>
          </p:nvPr>
        </p:nvSpPr>
        <p:spPr/>
        <p:txBody>
          <a:bodyPr/>
          <a:lstStyle/>
          <a:p>
            <a:r>
              <a:rPr lang="en-US" err="1">
                <a:hlinkClick r:id="rId2" action="ppaction://hlinkfile"/>
              </a:rPr>
              <a:t>PowerBi</a:t>
            </a:r>
            <a:r>
              <a:rPr lang="en-US">
                <a:hlinkClick r:id="rId2" action="ppaction://hlinkfile"/>
              </a:rPr>
              <a:t> Dashboard</a:t>
            </a:r>
            <a:endParaRPr lang="en-US"/>
          </a:p>
        </p:txBody>
      </p:sp>
      <p:pic>
        <p:nvPicPr>
          <p:cNvPr id="1026" name="Picture 1">
            <a:extLst>
              <a:ext uri="{FF2B5EF4-FFF2-40B4-BE49-F238E27FC236}">
                <a16:creationId xmlns:a16="http://schemas.microsoft.com/office/drawing/2014/main" id="{3D98A334-4A87-5039-32F2-6B556ED999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5761" y="712157"/>
            <a:ext cx="3338790" cy="4059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258CA264-67C8-42B0-0FEC-13EFBE3F062E}"/>
              </a:ext>
            </a:extLst>
          </p:cNvPr>
          <p:cNvPicPr>
            <a:picLocks noChangeAspect="1"/>
          </p:cNvPicPr>
          <p:nvPr/>
        </p:nvPicPr>
        <p:blipFill>
          <a:blip r:embed="rId4"/>
          <a:stretch>
            <a:fillRect/>
          </a:stretch>
        </p:blipFill>
        <p:spPr>
          <a:xfrm>
            <a:off x="509449" y="788383"/>
            <a:ext cx="4573817" cy="2173563"/>
          </a:xfrm>
          <a:prstGeom prst="rect">
            <a:avLst/>
          </a:prstGeom>
        </p:spPr>
      </p:pic>
      <p:pic>
        <p:nvPicPr>
          <p:cNvPr id="8" name="Picture 7">
            <a:extLst>
              <a:ext uri="{FF2B5EF4-FFF2-40B4-BE49-F238E27FC236}">
                <a16:creationId xmlns:a16="http://schemas.microsoft.com/office/drawing/2014/main" id="{1714DC88-2475-B24A-1269-B5571992461E}"/>
              </a:ext>
            </a:extLst>
          </p:cNvPr>
          <p:cNvPicPr>
            <a:picLocks noChangeAspect="1"/>
          </p:cNvPicPr>
          <p:nvPr/>
        </p:nvPicPr>
        <p:blipFill>
          <a:blip r:embed="rId5"/>
          <a:stretch>
            <a:fillRect/>
          </a:stretch>
        </p:blipFill>
        <p:spPr>
          <a:xfrm>
            <a:off x="509449" y="3229448"/>
            <a:ext cx="4573817" cy="1368757"/>
          </a:xfrm>
          <a:prstGeom prst="rect">
            <a:avLst/>
          </a:prstGeom>
        </p:spPr>
      </p:pic>
      <p:sp>
        <p:nvSpPr>
          <p:cNvPr id="7" name="TextBox 6">
            <a:extLst>
              <a:ext uri="{FF2B5EF4-FFF2-40B4-BE49-F238E27FC236}">
                <a16:creationId xmlns:a16="http://schemas.microsoft.com/office/drawing/2014/main" id="{D260AB4F-BA38-4576-8F85-F94BAF563B39}"/>
              </a:ext>
            </a:extLst>
          </p:cNvPr>
          <p:cNvSpPr txBox="1"/>
          <p:nvPr/>
        </p:nvSpPr>
        <p:spPr>
          <a:xfrm>
            <a:off x="2286000" y="2571750"/>
            <a:ext cx="457200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rial"/>
                <a:ea typeface="Arial"/>
                <a:cs typeface="Arial"/>
              </a:rPr>
              <a:t>​</a:t>
            </a:r>
            <a:endParaRPr lang="en-US"/>
          </a:p>
          <a:p>
            <a:pPr algn="ctr"/>
            <a:endParaRPr lang="en-US" sz="1200" b="1"/>
          </a:p>
        </p:txBody>
      </p:sp>
      <p:sp>
        <p:nvSpPr>
          <p:cNvPr id="10" name="TextBox 9">
            <a:extLst>
              <a:ext uri="{FF2B5EF4-FFF2-40B4-BE49-F238E27FC236}">
                <a16:creationId xmlns:a16="http://schemas.microsoft.com/office/drawing/2014/main" id="{BA1DC519-78FF-F29E-B638-5FB910911835}"/>
              </a:ext>
            </a:extLst>
          </p:cNvPr>
          <p:cNvSpPr txBox="1"/>
          <p:nvPr/>
        </p:nvSpPr>
        <p:spPr>
          <a:xfrm>
            <a:off x="7541285" y="92226"/>
            <a:ext cx="1423327" cy="488722"/>
          </a:xfrm>
          <a:prstGeom prst="rect">
            <a:avLst/>
          </a:prstGeom>
          <a:solidFill>
            <a:schemeClr val="accent5"/>
          </a:solidFill>
          <a:ln w="15875">
            <a:solidFill>
              <a:schemeClr val="tx1"/>
            </a:solidFill>
          </a:ln>
        </p:spPr>
        <p:txBody>
          <a:bodyPr wrap="square" lIns="91440" tIns="45720" rIns="91440" bIns="45720" rtlCol="0" anchor="t">
            <a:noAutofit/>
          </a:bodyPr>
          <a:lstStyle/>
          <a:p>
            <a:pPr algn="ctr"/>
            <a:r>
              <a:rPr lang="en-US" sz="1200" b="1">
                <a:latin typeface="Arial"/>
                <a:ea typeface="ＭＳ Ｐゴシック"/>
              </a:rPr>
              <a:t>Cam</a:t>
            </a:r>
            <a:endParaRPr lang="en-US" sz="1200" b="1"/>
          </a:p>
          <a:p>
            <a:pPr algn="ctr"/>
            <a:endParaRPr lang="en-US" sz="1200" b="1"/>
          </a:p>
        </p:txBody>
      </p:sp>
    </p:spTree>
    <p:extLst>
      <p:ext uri="{BB962C8B-B14F-4D97-AF65-F5344CB8AC3E}">
        <p14:creationId xmlns:p14="http://schemas.microsoft.com/office/powerpoint/2010/main" val="1187825353"/>
      </p:ext>
    </p:extLst>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FEF6C7-F77E-4C9B-B7B3-D8EFA7C39E07}"/>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12</a:t>
            </a:fld>
            <a:endParaRPr lang="en-US"/>
          </a:p>
        </p:txBody>
      </p:sp>
      <p:sp>
        <p:nvSpPr>
          <p:cNvPr id="3" name="Title 2">
            <a:extLst>
              <a:ext uri="{FF2B5EF4-FFF2-40B4-BE49-F238E27FC236}">
                <a16:creationId xmlns:a16="http://schemas.microsoft.com/office/drawing/2014/main" id="{3BB9E6B7-251D-FA7C-2699-3E8EA23582F3}"/>
              </a:ext>
            </a:extLst>
          </p:cNvPr>
          <p:cNvSpPr>
            <a:spLocks noGrp="1"/>
          </p:cNvSpPr>
          <p:nvPr>
            <p:ph type="title"/>
          </p:nvPr>
        </p:nvSpPr>
        <p:spPr/>
        <p:txBody>
          <a:bodyPr/>
          <a:lstStyle/>
          <a:p>
            <a:r>
              <a:rPr lang="en-US" dirty="0"/>
              <a:t>Challenges – Report Development</a:t>
            </a:r>
          </a:p>
        </p:txBody>
      </p:sp>
      <p:sp>
        <p:nvSpPr>
          <p:cNvPr id="4" name="Content Placeholder 3">
            <a:extLst>
              <a:ext uri="{FF2B5EF4-FFF2-40B4-BE49-F238E27FC236}">
                <a16:creationId xmlns:a16="http://schemas.microsoft.com/office/drawing/2014/main" id="{F122B965-DCDB-756F-59C8-DA96DBBF808E}"/>
              </a:ext>
            </a:extLst>
          </p:cNvPr>
          <p:cNvSpPr>
            <a:spLocks noGrp="1"/>
          </p:cNvSpPr>
          <p:nvPr>
            <p:ph sz="quarter" idx="14"/>
          </p:nvPr>
        </p:nvSpPr>
        <p:spPr/>
        <p:txBody>
          <a:bodyPr/>
          <a:lstStyle/>
          <a:p>
            <a:r>
              <a:rPr lang="en-US"/>
              <a:t>Dashboard</a:t>
            </a:r>
          </a:p>
          <a:p>
            <a:pPr lvl="1"/>
            <a:r>
              <a:rPr lang="en-US"/>
              <a:t>Improving small details on the dashboard</a:t>
            </a:r>
          </a:p>
          <a:p>
            <a:pPr lvl="2"/>
            <a:r>
              <a:rPr lang="en-US"/>
              <a:t>Linking slicers to correct visualizations without affecting others</a:t>
            </a:r>
          </a:p>
          <a:p>
            <a:pPr lvl="1"/>
            <a:r>
              <a:rPr lang="en-US"/>
              <a:t>Making dashboard more intuitive for users</a:t>
            </a:r>
          </a:p>
          <a:p>
            <a:endParaRPr lang="en-US"/>
          </a:p>
          <a:p>
            <a:r>
              <a:rPr lang="en-US"/>
              <a:t>Data</a:t>
            </a:r>
          </a:p>
          <a:p>
            <a:pPr lvl="1"/>
            <a:r>
              <a:rPr lang="en-US"/>
              <a:t>Data is not up to date for everything, so it is hard to see if the dashboard and background calculations are working</a:t>
            </a:r>
          </a:p>
          <a:p>
            <a:pPr marL="171450" lvl="1" indent="0">
              <a:buNone/>
            </a:pPr>
            <a:endParaRPr lang="en-US"/>
          </a:p>
          <a:p>
            <a:r>
              <a:rPr lang="en-US"/>
              <a:t>Time</a:t>
            </a:r>
          </a:p>
          <a:p>
            <a:pPr lvl="1"/>
            <a:r>
              <a:rPr lang="en-US"/>
              <a:t>Gaining experience using </a:t>
            </a:r>
            <a:r>
              <a:rPr lang="en-US" err="1"/>
              <a:t>PowerBi</a:t>
            </a:r>
            <a:r>
              <a:rPr lang="en-US"/>
              <a:t> takes extra time</a:t>
            </a:r>
          </a:p>
          <a:p>
            <a:pPr marL="171450" lvl="1" indent="0">
              <a:buNone/>
            </a:pPr>
            <a:endParaRPr lang="en-US"/>
          </a:p>
        </p:txBody>
      </p:sp>
      <p:sp>
        <p:nvSpPr>
          <p:cNvPr id="5" name="Text Placeholder 4">
            <a:extLst>
              <a:ext uri="{FF2B5EF4-FFF2-40B4-BE49-F238E27FC236}">
                <a16:creationId xmlns:a16="http://schemas.microsoft.com/office/drawing/2014/main" id="{9C98DFF1-6832-5BBF-6074-E38E97239D9F}"/>
              </a:ext>
            </a:extLst>
          </p:cNvPr>
          <p:cNvSpPr>
            <a:spLocks noGrp="1"/>
          </p:cNvSpPr>
          <p:nvPr>
            <p:ph type="body" sz="quarter" idx="10"/>
          </p:nvPr>
        </p:nvSpPr>
        <p:spPr/>
        <p:txBody>
          <a:bodyPr/>
          <a:lstStyle/>
          <a:p>
            <a:endParaRPr lang="en-US"/>
          </a:p>
        </p:txBody>
      </p:sp>
      <p:sp>
        <p:nvSpPr>
          <p:cNvPr id="7" name="TextBox 6">
            <a:extLst>
              <a:ext uri="{FF2B5EF4-FFF2-40B4-BE49-F238E27FC236}">
                <a16:creationId xmlns:a16="http://schemas.microsoft.com/office/drawing/2014/main" id="{61E850A5-F597-8508-9728-5FA8B05D2D30}"/>
              </a:ext>
            </a:extLst>
          </p:cNvPr>
          <p:cNvSpPr txBox="1"/>
          <p:nvPr/>
        </p:nvSpPr>
        <p:spPr>
          <a:xfrm>
            <a:off x="7541285" y="92226"/>
            <a:ext cx="1423327" cy="488722"/>
          </a:xfrm>
          <a:prstGeom prst="rect">
            <a:avLst/>
          </a:prstGeom>
          <a:solidFill>
            <a:schemeClr val="accent5"/>
          </a:solidFill>
          <a:ln w="15875">
            <a:solidFill>
              <a:schemeClr val="tx1"/>
            </a:solidFill>
          </a:ln>
        </p:spPr>
        <p:txBody>
          <a:bodyPr wrap="square" lIns="91440" tIns="45720" rIns="91440" bIns="45720" rtlCol="0" anchor="t">
            <a:noAutofit/>
          </a:bodyPr>
          <a:lstStyle/>
          <a:p>
            <a:pPr algn="ctr"/>
            <a:r>
              <a:rPr lang="en-US" sz="1200" b="1">
                <a:latin typeface="Arial"/>
                <a:ea typeface="ＭＳ Ｐゴシック"/>
              </a:rPr>
              <a:t>Cam</a:t>
            </a:r>
            <a:endParaRPr lang="en-US" sz="1200" b="1"/>
          </a:p>
          <a:p>
            <a:pPr algn="ctr"/>
            <a:endParaRPr lang="en-US" sz="1200" b="1"/>
          </a:p>
        </p:txBody>
      </p:sp>
    </p:spTree>
    <p:extLst>
      <p:ext uri="{BB962C8B-B14F-4D97-AF65-F5344CB8AC3E}">
        <p14:creationId xmlns:p14="http://schemas.microsoft.com/office/powerpoint/2010/main" val="1561717412"/>
      </p:ext>
    </p:extLst>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721316-FBE6-039B-2759-B318C3B6C00F}"/>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13</a:t>
            </a:fld>
            <a:endParaRPr lang="en-US"/>
          </a:p>
        </p:txBody>
      </p:sp>
      <p:sp>
        <p:nvSpPr>
          <p:cNvPr id="3" name="Title 2">
            <a:extLst>
              <a:ext uri="{FF2B5EF4-FFF2-40B4-BE49-F238E27FC236}">
                <a16:creationId xmlns:a16="http://schemas.microsoft.com/office/drawing/2014/main" id="{80CAE357-D7CD-6D66-4698-04E73AA5E312}"/>
              </a:ext>
            </a:extLst>
          </p:cNvPr>
          <p:cNvSpPr>
            <a:spLocks noGrp="1"/>
          </p:cNvSpPr>
          <p:nvPr>
            <p:ph type="title"/>
          </p:nvPr>
        </p:nvSpPr>
        <p:spPr/>
        <p:txBody>
          <a:bodyPr/>
          <a:lstStyle/>
          <a:p>
            <a:r>
              <a:rPr lang="en-US" dirty="0"/>
              <a:t>Next Steps – Report Development</a:t>
            </a:r>
          </a:p>
        </p:txBody>
      </p:sp>
      <p:sp>
        <p:nvSpPr>
          <p:cNvPr id="4" name="Content Placeholder 3">
            <a:extLst>
              <a:ext uri="{FF2B5EF4-FFF2-40B4-BE49-F238E27FC236}">
                <a16:creationId xmlns:a16="http://schemas.microsoft.com/office/drawing/2014/main" id="{7DB44156-6E3D-C809-DAD2-373E5F8941A8}"/>
              </a:ext>
            </a:extLst>
          </p:cNvPr>
          <p:cNvSpPr>
            <a:spLocks noGrp="1"/>
          </p:cNvSpPr>
          <p:nvPr>
            <p:ph sz="quarter" idx="14"/>
          </p:nvPr>
        </p:nvSpPr>
        <p:spPr/>
        <p:txBody>
          <a:bodyPr/>
          <a:lstStyle/>
          <a:p>
            <a:r>
              <a:rPr lang="en-US" sz="1800"/>
              <a:t>Refine and publish current dashboard</a:t>
            </a:r>
          </a:p>
          <a:p>
            <a:pPr lvl="1"/>
            <a:r>
              <a:rPr lang="en-US" sz="1600"/>
              <a:t>Add budget info to applicable charts</a:t>
            </a:r>
          </a:p>
          <a:p>
            <a:pPr marL="0" indent="0">
              <a:buNone/>
            </a:pPr>
            <a:endParaRPr lang="en-US" sz="1800"/>
          </a:p>
          <a:p>
            <a:r>
              <a:rPr lang="en-US" sz="1800"/>
              <a:t>Current dashboard suggestions</a:t>
            </a:r>
          </a:p>
          <a:p>
            <a:pPr lvl="1"/>
            <a:r>
              <a:rPr lang="en-US" sz="1600"/>
              <a:t>Shroud reliability monthly update dashboard</a:t>
            </a:r>
          </a:p>
          <a:p>
            <a:pPr lvl="1"/>
            <a:r>
              <a:rPr lang="en-US" sz="1600"/>
              <a:t>Be able to select a certain well and give all history of ESP data such as type/run time/install and pull dates/failure reason</a:t>
            </a:r>
            <a:endParaRPr lang="en-US"/>
          </a:p>
          <a:p>
            <a:pPr marL="0" indent="0">
              <a:buNone/>
            </a:pPr>
            <a:endParaRPr lang="en-US" sz="2000"/>
          </a:p>
          <a:p>
            <a:r>
              <a:rPr lang="en-US" sz="1800"/>
              <a:t>Continue to make more dashboards based on</a:t>
            </a:r>
          </a:p>
          <a:p>
            <a:pPr lvl="1"/>
            <a:r>
              <a:rPr lang="en-US" sz="1600"/>
              <a:t>ESP tracker excel sheet </a:t>
            </a:r>
          </a:p>
          <a:p>
            <a:pPr lvl="1"/>
            <a:r>
              <a:rPr lang="en-US" sz="1600"/>
              <a:t>Suggestions from others</a:t>
            </a:r>
            <a:endParaRPr lang="en-US" sz="1800"/>
          </a:p>
        </p:txBody>
      </p:sp>
      <p:sp>
        <p:nvSpPr>
          <p:cNvPr id="5" name="Text Placeholder 4">
            <a:extLst>
              <a:ext uri="{FF2B5EF4-FFF2-40B4-BE49-F238E27FC236}">
                <a16:creationId xmlns:a16="http://schemas.microsoft.com/office/drawing/2014/main" id="{8B620624-E9E4-E6C1-B4F4-CE006B31F4B4}"/>
              </a:ext>
            </a:extLst>
          </p:cNvPr>
          <p:cNvSpPr>
            <a:spLocks noGrp="1"/>
          </p:cNvSpPr>
          <p:nvPr>
            <p:ph type="body" sz="quarter" idx="10"/>
          </p:nvPr>
        </p:nvSpPr>
        <p:spPr/>
        <p:txBody>
          <a:bodyPr/>
          <a:lstStyle/>
          <a:p>
            <a:endParaRPr lang="en-US"/>
          </a:p>
        </p:txBody>
      </p:sp>
      <p:sp>
        <p:nvSpPr>
          <p:cNvPr id="7" name="TextBox 6">
            <a:extLst>
              <a:ext uri="{FF2B5EF4-FFF2-40B4-BE49-F238E27FC236}">
                <a16:creationId xmlns:a16="http://schemas.microsoft.com/office/drawing/2014/main" id="{A00BEACD-DFE0-DBE4-1BCC-BB8AE0976E69}"/>
              </a:ext>
            </a:extLst>
          </p:cNvPr>
          <p:cNvSpPr txBox="1"/>
          <p:nvPr/>
        </p:nvSpPr>
        <p:spPr>
          <a:xfrm>
            <a:off x="7541285" y="92226"/>
            <a:ext cx="1423327" cy="488722"/>
          </a:xfrm>
          <a:prstGeom prst="rect">
            <a:avLst/>
          </a:prstGeom>
          <a:solidFill>
            <a:schemeClr val="accent5"/>
          </a:solidFill>
          <a:ln w="15875">
            <a:solidFill>
              <a:schemeClr val="tx1"/>
            </a:solidFill>
          </a:ln>
        </p:spPr>
        <p:txBody>
          <a:bodyPr wrap="square" lIns="91440" tIns="45720" rIns="91440" bIns="45720" rtlCol="0" anchor="t">
            <a:noAutofit/>
          </a:bodyPr>
          <a:lstStyle/>
          <a:p>
            <a:pPr algn="ctr"/>
            <a:r>
              <a:rPr lang="en-US" sz="1200" b="1">
                <a:latin typeface="Arial"/>
                <a:ea typeface="ＭＳ Ｐゴシック"/>
              </a:rPr>
              <a:t>Cam</a:t>
            </a:r>
            <a:endParaRPr lang="en-US" sz="1200" b="1"/>
          </a:p>
          <a:p>
            <a:pPr algn="ctr"/>
            <a:endParaRPr lang="en-US" sz="1200" b="1"/>
          </a:p>
        </p:txBody>
      </p:sp>
    </p:spTree>
    <p:extLst>
      <p:ext uri="{BB962C8B-B14F-4D97-AF65-F5344CB8AC3E}">
        <p14:creationId xmlns:p14="http://schemas.microsoft.com/office/powerpoint/2010/main" val="83117042"/>
      </p:ext>
    </p:extLst>
  </p:cSld>
  <p:clrMapOvr>
    <a:masterClrMapping/>
  </p:clrMapOvr>
  <p:transition spd="slow">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7AE7DF-F7AE-FC98-6E22-FA3AC7E27AA2}"/>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14</a:t>
            </a:fld>
            <a:endParaRPr lang="en-US"/>
          </a:p>
        </p:txBody>
      </p:sp>
      <p:sp>
        <p:nvSpPr>
          <p:cNvPr id="3" name="Title 2">
            <a:extLst>
              <a:ext uri="{FF2B5EF4-FFF2-40B4-BE49-F238E27FC236}">
                <a16:creationId xmlns:a16="http://schemas.microsoft.com/office/drawing/2014/main" id="{F323BAF7-9923-7D06-D59C-6D2DA67C06BD}"/>
              </a:ext>
            </a:extLst>
          </p:cNvPr>
          <p:cNvSpPr>
            <a:spLocks noGrp="1"/>
          </p:cNvSpPr>
          <p:nvPr>
            <p:ph type="title"/>
          </p:nvPr>
        </p:nvSpPr>
        <p:spPr/>
        <p:txBody>
          <a:bodyPr/>
          <a:lstStyle/>
          <a:p>
            <a:r>
              <a:rPr lang="en-US"/>
              <a:t>CNRL User Adoption Update</a:t>
            </a:r>
          </a:p>
        </p:txBody>
      </p:sp>
      <p:sp>
        <p:nvSpPr>
          <p:cNvPr id="5" name="Text Placeholder 4">
            <a:extLst>
              <a:ext uri="{FF2B5EF4-FFF2-40B4-BE49-F238E27FC236}">
                <a16:creationId xmlns:a16="http://schemas.microsoft.com/office/drawing/2014/main" id="{D6973D5C-2876-974F-ED18-367C45415691}"/>
              </a:ext>
            </a:extLst>
          </p:cNvPr>
          <p:cNvSpPr>
            <a:spLocks noGrp="1"/>
          </p:cNvSpPr>
          <p:nvPr>
            <p:ph type="body" sz="quarter" idx="10"/>
          </p:nvPr>
        </p:nvSpPr>
        <p:spPr/>
        <p:txBody>
          <a:bodyPr/>
          <a:lstStyle/>
          <a:p>
            <a:endParaRPr lang="en-US"/>
          </a:p>
        </p:txBody>
      </p:sp>
      <p:pic>
        <p:nvPicPr>
          <p:cNvPr id="6" name="Content Placeholder 5">
            <a:extLst>
              <a:ext uri="{FF2B5EF4-FFF2-40B4-BE49-F238E27FC236}">
                <a16:creationId xmlns:a16="http://schemas.microsoft.com/office/drawing/2014/main" id="{1C24D208-2F91-F7A5-143C-D1543240424B}"/>
              </a:ext>
            </a:extLst>
          </p:cNvPr>
          <p:cNvPicPr>
            <a:picLocks noGrp="1" noChangeAspect="1"/>
          </p:cNvPicPr>
          <p:nvPr>
            <p:ph sz="quarter" idx="14"/>
          </p:nvPr>
        </p:nvPicPr>
        <p:blipFill>
          <a:blip r:embed="rId2"/>
          <a:stretch>
            <a:fillRect/>
          </a:stretch>
        </p:blipFill>
        <p:spPr>
          <a:xfrm>
            <a:off x="409575" y="1314684"/>
            <a:ext cx="8428038" cy="2784007"/>
          </a:xfrm>
          <a:prstGeom prst="rect">
            <a:avLst/>
          </a:prstGeom>
        </p:spPr>
      </p:pic>
      <p:sp>
        <p:nvSpPr>
          <p:cNvPr id="7" name="TextBox 6">
            <a:extLst>
              <a:ext uri="{FF2B5EF4-FFF2-40B4-BE49-F238E27FC236}">
                <a16:creationId xmlns:a16="http://schemas.microsoft.com/office/drawing/2014/main" id="{E23D9C0D-7C2D-B382-78C9-146C68DBA94C}"/>
              </a:ext>
            </a:extLst>
          </p:cNvPr>
          <p:cNvSpPr txBox="1"/>
          <p:nvPr/>
        </p:nvSpPr>
        <p:spPr>
          <a:xfrm>
            <a:off x="7541285" y="92226"/>
            <a:ext cx="1423327" cy="488722"/>
          </a:xfrm>
          <a:prstGeom prst="rect">
            <a:avLst/>
          </a:prstGeom>
          <a:solidFill>
            <a:schemeClr val="accent5"/>
          </a:solidFill>
          <a:ln w="15875">
            <a:solidFill>
              <a:schemeClr val="tx1"/>
            </a:solidFill>
          </a:ln>
        </p:spPr>
        <p:txBody>
          <a:bodyPr wrap="square" lIns="91440" tIns="45720" rIns="91440" bIns="45720" rtlCol="0" anchor="t">
            <a:noAutofit/>
          </a:bodyPr>
          <a:lstStyle/>
          <a:p>
            <a:pPr algn="ctr"/>
            <a:r>
              <a:rPr lang="en-US" sz="1200" b="1">
                <a:latin typeface="Arial"/>
                <a:ea typeface="ＭＳ Ｐゴシック"/>
              </a:rPr>
              <a:t>Shane</a:t>
            </a:r>
            <a:endParaRPr lang="en-US" sz="1200" b="1"/>
          </a:p>
        </p:txBody>
      </p:sp>
    </p:spTree>
    <p:extLst>
      <p:ext uri="{BB962C8B-B14F-4D97-AF65-F5344CB8AC3E}">
        <p14:creationId xmlns:p14="http://schemas.microsoft.com/office/powerpoint/2010/main" val="3064346346"/>
      </p:ext>
    </p:extLst>
  </p:cSld>
  <p:clrMapOvr>
    <a:masterClrMapping/>
  </p:clrMapOvr>
  <p:transition spd="slow">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89FCAA-F10D-2F7E-7AA3-B1B5F8433258}"/>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15</a:t>
            </a:fld>
            <a:endParaRPr lang="en-US"/>
          </a:p>
        </p:txBody>
      </p:sp>
      <p:sp>
        <p:nvSpPr>
          <p:cNvPr id="3" name="Title 2">
            <a:extLst>
              <a:ext uri="{FF2B5EF4-FFF2-40B4-BE49-F238E27FC236}">
                <a16:creationId xmlns:a16="http://schemas.microsoft.com/office/drawing/2014/main" id="{C2C5113C-B889-C832-CD89-CB656B675B48}"/>
              </a:ext>
            </a:extLst>
          </p:cNvPr>
          <p:cNvSpPr>
            <a:spLocks noGrp="1"/>
          </p:cNvSpPr>
          <p:nvPr>
            <p:ph type="title"/>
          </p:nvPr>
        </p:nvSpPr>
        <p:spPr/>
        <p:txBody>
          <a:bodyPr/>
          <a:lstStyle/>
          <a:p>
            <a:r>
              <a:rPr lang="en-US" dirty="0">
                <a:latin typeface="Arial"/>
                <a:cs typeface="Arial"/>
              </a:rPr>
              <a:t>Data (</a:t>
            </a:r>
            <a:r>
              <a:rPr lang="en-US" dirty="0">
                <a:solidFill>
                  <a:srgbClr val="FF0000"/>
                </a:solidFill>
                <a:latin typeface="Arial"/>
                <a:cs typeface="Arial"/>
              </a:rPr>
              <a:t>OLD SLIDE </a:t>
            </a:r>
            <a:r>
              <a:rPr lang="en-US" dirty="0">
                <a:latin typeface="Arial"/>
                <a:cs typeface="Arial"/>
              </a:rPr>
              <a:t>– WG – See New Slide 16)</a:t>
            </a:r>
            <a:endParaRPr lang="en-US" dirty="0">
              <a:cs typeface="Arial"/>
            </a:endParaRPr>
          </a:p>
        </p:txBody>
      </p:sp>
      <p:sp>
        <p:nvSpPr>
          <p:cNvPr id="4" name="Content Placeholder 3">
            <a:extLst>
              <a:ext uri="{FF2B5EF4-FFF2-40B4-BE49-F238E27FC236}">
                <a16:creationId xmlns:a16="http://schemas.microsoft.com/office/drawing/2014/main" id="{BC351096-7D2B-5CEB-7312-25BED4F5D7CE}"/>
              </a:ext>
            </a:extLst>
          </p:cNvPr>
          <p:cNvSpPr>
            <a:spLocks noGrp="1"/>
          </p:cNvSpPr>
          <p:nvPr>
            <p:ph sz="quarter" idx="14"/>
          </p:nvPr>
        </p:nvSpPr>
        <p:spPr/>
        <p:txBody>
          <a:bodyPr/>
          <a:lstStyle/>
          <a:p>
            <a:pPr marL="172720" indent="-172720"/>
            <a:r>
              <a:rPr lang="en-US" dirty="0">
                <a:solidFill>
                  <a:srgbClr val="000000"/>
                </a:solidFill>
                <a:latin typeface="Arial"/>
                <a:cs typeface="Arial"/>
              </a:rPr>
              <a:t>Business rules</a:t>
            </a:r>
            <a:endParaRPr lang="en-US" dirty="0"/>
          </a:p>
          <a:p>
            <a:pPr marL="172720" indent="-172720"/>
            <a:endParaRPr lang="en-US" dirty="0">
              <a:solidFill>
                <a:srgbClr val="000000"/>
              </a:solidFill>
              <a:latin typeface="Arial"/>
              <a:cs typeface="Arial"/>
            </a:endParaRPr>
          </a:p>
          <a:p>
            <a:pPr marL="172720" indent="-172720"/>
            <a:r>
              <a:rPr lang="en-US" dirty="0">
                <a:solidFill>
                  <a:srgbClr val="000000"/>
                </a:solidFill>
                <a:latin typeface="Arial"/>
                <a:cs typeface="Arial"/>
              </a:rPr>
              <a:t>Backfilling</a:t>
            </a:r>
          </a:p>
          <a:p>
            <a:pPr marL="172720" indent="-172720"/>
            <a:endParaRPr lang="en-US" dirty="0">
              <a:solidFill>
                <a:srgbClr val="000000"/>
              </a:solidFill>
              <a:latin typeface="Arial"/>
              <a:cs typeface="Arial"/>
            </a:endParaRPr>
          </a:p>
          <a:p>
            <a:pPr marL="172720" indent="-172720"/>
            <a:r>
              <a:rPr lang="en-US" dirty="0">
                <a:solidFill>
                  <a:srgbClr val="000000"/>
                </a:solidFill>
                <a:latin typeface="Arial"/>
                <a:cs typeface="Arial"/>
              </a:rPr>
              <a:t>Data Scope</a:t>
            </a:r>
          </a:p>
          <a:p>
            <a:pPr marL="512445" lvl="2"/>
            <a:r>
              <a:rPr lang="en-US" sz="1400" kern="100" dirty="0">
                <a:solidFill>
                  <a:srgbClr val="0077D4"/>
                </a:solidFill>
                <a:latin typeface="Calibri"/>
                <a:ea typeface="Calibri"/>
                <a:cs typeface="Times New Roman"/>
              </a:rPr>
              <a:t>Acquire and integrate key operational and KPI data</a:t>
            </a:r>
          </a:p>
          <a:p>
            <a:pPr marL="512445" lvl="2">
              <a:buFont typeface="Wingdings"/>
              <a:buChar char="§"/>
            </a:pPr>
            <a:r>
              <a:rPr lang="en-US" sz="1400" kern="100" dirty="0">
                <a:solidFill>
                  <a:srgbClr val="0077D4"/>
                </a:solidFill>
                <a:latin typeface="Calibri"/>
                <a:ea typeface="Calibri"/>
                <a:cs typeface="Times New Roman"/>
              </a:rPr>
              <a:t>Clean and validate data for accuracy and completeness</a:t>
            </a:r>
          </a:p>
          <a:p>
            <a:pPr marL="512445" lvl="2">
              <a:buFont typeface="Wingdings"/>
              <a:buChar char="§"/>
            </a:pPr>
            <a:r>
              <a:rPr lang="en-US" sz="1400" kern="100" dirty="0">
                <a:solidFill>
                  <a:srgbClr val="0077D4"/>
                </a:solidFill>
                <a:latin typeface="Calibri"/>
                <a:ea typeface="Calibri"/>
                <a:cs typeface="Times New Roman"/>
              </a:rPr>
              <a:t>Apply business rules for consistent reporting</a:t>
            </a:r>
          </a:p>
          <a:p>
            <a:pPr marL="512445" lvl="2">
              <a:buFont typeface="Wingdings"/>
              <a:buChar char="§"/>
            </a:pPr>
            <a:r>
              <a:rPr lang="en-US" sz="1400" kern="100" dirty="0">
                <a:solidFill>
                  <a:srgbClr val="0077D4"/>
                </a:solidFill>
                <a:latin typeface="Calibri"/>
                <a:ea typeface="Calibri"/>
                <a:cs typeface="Times New Roman"/>
              </a:rPr>
              <a:t>Backfill historical records as required</a:t>
            </a:r>
          </a:p>
          <a:p>
            <a:pPr marL="512445" lvl="2">
              <a:buFont typeface="Wingdings"/>
              <a:buChar char="§"/>
            </a:pPr>
            <a:r>
              <a:rPr lang="en-US" sz="1400" kern="100" dirty="0">
                <a:solidFill>
                  <a:srgbClr val="0077D4"/>
                </a:solidFill>
                <a:latin typeface="Calibri"/>
                <a:ea typeface="Calibri"/>
                <a:cs typeface="Times New Roman"/>
              </a:rPr>
              <a:t>Ensure data readiness for dashboards and visualizations</a:t>
            </a:r>
          </a:p>
          <a:p>
            <a:pPr marL="340995" lvl="1" indent="-169545">
              <a:buClr>
                <a:srgbClr val="005E92"/>
              </a:buClr>
              <a:buFont typeface="Arial"/>
              <a:buChar char="‒"/>
            </a:pPr>
            <a:endParaRPr lang="en-US" sz="1600" kern="100" dirty="0">
              <a:latin typeface="Calibri" panose="020F0502020204030204" pitchFamily="34" charset="0"/>
              <a:ea typeface="Calibri" panose="020F0502020204030204" pitchFamily="34" charset="0"/>
              <a:cs typeface="Times New Roman" panose="02020603050405020304" pitchFamily="18" charset="0"/>
            </a:endParaRPr>
          </a:p>
          <a:p>
            <a:pPr marL="340995" lvl="1" indent="-169545">
              <a:buClr>
                <a:srgbClr val="005E92"/>
              </a:buClr>
              <a:buFont typeface="Arial"/>
              <a:buChar char="‒"/>
            </a:pPr>
            <a:endParaRPr lang="en-US" dirty="0">
              <a:solidFill>
                <a:srgbClr val="000000"/>
              </a:solidFill>
              <a:latin typeface="Arial"/>
              <a:cs typeface="Arial"/>
            </a:endParaRPr>
          </a:p>
        </p:txBody>
      </p:sp>
      <p:sp>
        <p:nvSpPr>
          <p:cNvPr id="5" name="Text Placeholder 4">
            <a:extLst>
              <a:ext uri="{FF2B5EF4-FFF2-40B4-BE49-F238E27FC236}">
                <a16:creationId xmlns:a16="http://schemas.microsoft.com/office/drawing/2014/main" id="{2D22D946-6ADB-3E40-BDD1-0966E363DB7D}"/>
              </a:ext>
            </a:extLst>
          </p:cNvPr>
          <p:cNvSpPr>
            <a:spLocks noGrp="1"/>
          </p:cNvSpPr>
          <p:nvPr>
            <p:ph type="body" sz="quarter" idx="10"/>
          </p:nvPr>
        </p:nvSpPr>
        <p:spPr/>
        <p:txBody>
          <a:bodyPr/>
          <a:lstStyle/>
          <a:p>
            <a:endParaRPr lang="en-US"/>
          </a:p>
        </p:txBody>
      </p:sp>
      <p:sp>
        <p:nvSpPr>
          <p:cNvPr id="7" name="TextBox 6">
            <a:extLst>
              <a:ext uri="{FF2B5EF4-FFF2-40B4-BE49-F238E27FC236}">
                <a16:creationId xmlns:a16="http://schemas.microsoft.com/office/drawing/2014/main" id="{F835965B-92C8-DB2F-E348-32EB40B8B727}"/>
              </a:ext>
            </a:extLst>
          </p:cNvPr>
          <p:cNvSpPr txBox="1"/>
          <p:nvPr/>
        </p:nvSpPr>
        <p:spPr>
          <a:xfrm>
            <a:off x="7541285" y="92226"/>
            <a:ext cx="1423327" cy="488722"/>
          </a:xfrm>
          <a:prstGeom prst="rect">
            <a:avLst/>
          </a:prstGeom>
          <a:solidFill>
            <a:schemeClr val="accent5"/>
          </a:solidFill>
          <a:ln w="15875">
            <a:solidFill>
              <a:schemeClr val="tx1"/>
            </a:solidFill>
          </a:ln>
        </p:spPr>
        <p:txBody>
          <a:bodyPr wrap="square" lIns="91440" tIns="45720" rIns="91440" bIns="45720" rtlCol="0" anchor="t">
            <a:noAutofit/>
          </a:bodyPr>
          <a:lstStyle/>
          <a:p>
            <a:pPr algn="ctr"/>
            <a:r>
              <a:rPr lang="en-US" sz="1200" b="1">
                <a:latin typeface="Arial"/>
                <a:ea typeface="ＭＳ Ｐゴシック"/>
              </a:rPr>
              <a:t>Shane</a:t>
            </a:r>
            <a:endParaRPr lang="en-US" sz="1200" b="1"/>
          </a:p>
        </p:txBody>
      </p:sp>
    </p:spTree>
    <p:extLst>
      <p:ext uri="{BB962C8B-B14F-4D97-AF65-F5344CB8AC3E}">
        <p14:creationId xmlns:p14="http://schemas.microsoft.com/office/powerpoint/2010/main" val="2914448848"/>
      </p:ext>
    </p:extLst>
  </p:cSld>
  <p:clrMapOvr>
    <a:masterClrMapping/>
  </p:clrMapOvr>
  <p:transition spd="slow">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DE0E5-AAD1-71D0-99AB-1F1CBF1DA82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0D3A8B-87C2-5CA2-5FA3-61BA4F59D296}"/>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16</a:t>
            </a:fld>
            <a:endParaRPr lang="en-US"/>
          </a:p>
        </p:txBody>
      </p:sp>
      <p:sp>
        <p:nvSpPr>
          <p:cNvPr id="3" name="Title 2">
            <a:extLst>
              <a:ext uri="{FF2B5EF4-FFF2-40B4-BE49-F238E27FC236}">
                <a16:creationId xmlns:a16="http://schemas.microsoft.com/office/drawing/2014/main" id="{CC384B2B-0DD7-B052-764F-93F38DAC0EC2}"/>
              </a:ext>
            </a:extLst>
          </p:cNvPr>
          <p:cNvSpPr>
            <a:spLocks noGrp="1"/>
          </p:cNvSpPr>
          <p:nvPr>
            <p:ph type="title"/>
          </p:nvPr>
        </p:nvSpPr>
        <p:spPr/>
        <p:txBody>
          <a:bodyPr/>
          <a:lstStyle/>
          <a:p>
            <a:r>
              <a:rPr lang="en-US" dirty="0"/>
              <a:t>Data Scope &amp; Quality Initiatives</a:t>
            </a:r>
            <a:endParaRPr lang="en-US" dirty="0">
              <a:cs typeface="Arial"/>
            </a:endParaRPr>
          </a:p>
        </p:txBody>
      </p:sp>
      <p:sp>
        <p:nvSpPr>
          <p:cNvPr id="4" name="Content Placeholder 3">
            <a:extLst>
              <a:ext uri="{FF2B5EF4-FFF2-40B4-BE49-F238E27FC236}">
                <a16:creationId xmlns:a16="http://schemas.microsoft.com/office/drawing/2014/main" id="{4A749DF3-ABBE-8B4B-5375-7DBF404E3472}"/>
              </a:ext>
            </a:extLst>
          </p:cNvPr>
          <p:cNvSpPr>
            <a:spLocks noGrp="1"/>
          </p:cNvSpPr>
          <p:nvPr>
            <p:ph sz="quarter" idx="14"/>
          </p:nvPr>
        </p:nvSpPr>
        <p:spPr/>
        <p:txBody>
          <a:bodyPr/>
          <a:lstStyle/>
          <a:p>
            <a:pPr marL="172720" indent="-169545">
              <a:buClr>
                <a:srgbClr val="005E92"/>
              </a:buClr>
              <a:buFont typeface="Arial"/>
              <a:buChar char="‒"/>
            </a:pPr>
            <a:endParaRPr lang="en-US" sz="1800" kern="100" dirty="0">
              <a:latin typeface="Calibri" panose="020F0502020204030204" pitchFamily="34" charset="0"/>
              <a:ea typeface="Calibri" panose="020F0502020204030204" pitchFamily="34" charset="0"/>
              <a:cs typeface="Times New Roman" panose="02020603050405020304" pitchFamily="18" charset="0"/>
            </a:endParaRPr>
          </a:p>
          <a:p>
            <a:r>
              <a:rPr lang="en-US" dirty="0"/>
              <a:t>Acquire &amp; integrate operational/KPI data</a:t>
            </a:r>
          </a:p>
          <a:p>
            <a:endParaRPr lang="en-US" dirty="0"/>
          </a:p>
          <a:p>
            <a:r>
              <a:rPr lang="en-US" dirty="0"/>
              <a:t>Clean and validate for accuracy/completeness</a:t>
            </a:r>
          </a:p>
          <a:p>
            <a:endParaRPr lang="en-US" dirty="0"/>
          </a:p>
          <a:p>
            <a:r>
              <a:rPr lang="en-US" dirty="0"/>
              <a:t>Apply business rules for consistency</a:t>
            </a:r>
          </a:p>
          <a:p>
            <a:endParaRPr lang="en-US" dirty="0"/>
          </a:p>
          <a:p>
            <a:r>
              <a:rPr lang="en-US" dirty="0"/>
              <a:t>Backfill historical records as needed</a:t>
            </a:r>
          </a:p>
          <a:p>
            <a:endParaRPr lang="en-US" dirty="0"/>
          </a:p>
          <a:p>
            <a:r>
              <a:rPr lang="en-US" dirty="0"/>
              <a:t>Ensure dashboard/reporting readiness</a:t>
            </a:r>
          </a:p>
          <a:p>
            <a:pPr marL="340995" lvl="1" indent="-169545">
              <a:buClr>
                <a:srgbClr val="005E92"/>
              </a:buClr>
              <a:buFont typeface="Arial"/>
              <a:buChar char="‒"/>
            </a:pPr>
            <a:endParaRPr lang="en-US" dirty="0">
              <a:solidFill>
                <a:srgbClr val="000000"/>
              </a:solidFill>
              <a:latin typeface="Arial"/>
              <a:cs typeface="Arial"/>
            </a:endParaRPr>
          </a:p>
        </p:txBody>
      </p:sp>
      <p:sp>
        <p:nvSpPr>
          <p:cNvPr id="5" name="Text Placeholder 4">
            <a:extLst>
              <a:ext uri="{FF2B5EF4-FFF2-40B4-BE49-F238E27FC236}">
                <a16:creationId xmlns:a16="http://schemas.microsoft.com/office/drawing/2014/main" id="{30A3022E-4334-9962-FA23-332FFE03DE6B}"/>
              </a:ext>
            </a:extLst>
          </p:cNvPr>
          <p:cNvSpPr>
            <a:spLocks noGrp="1"/>
          </p:cNvSpPr>
          <p:nvPr>
            <p:ph type="body" sz="quarter" idx="10"/>
          </p:nvPr>
        </p:nvSpPr>
        <p:spPr/>
        <p:txBody>
          <a:bodyPr/>
          <a:lstStyle/>
          <a:p>
            <a:endParaRPr lang="en-US"/>
          </a:p>
        </p:txBody>
      </p:sp>
      <p:sp>
        <p:nvSpPr>
          <p:cNvPr id="7" name="TextBox 6">
            <a:extLst>
              <a:ext uri="{FF2B5EF4-FFF2-40B4-BE49-F238E27FC236}">
                <a16:creationId xmlns:a16="http://schemas.microsoft.com/office/drawing/2014/main" id="{CB2AC707-C08E-322A-9DB2-315C8681AEBF}"/>
              </a:ext>
            </a:extLst>
          </p:cNvPr>
          <p:cNvSpPr txBox="1"/>
          <p:nvPr/>
        </p:nvSpPr>
        <p:spPr>
          <a:xfrm>
            <a:off x="7541285" y="92226"/>
            <a:ext cx="1423327" cy="488722"/>
          </a:xfrm>
          <a:prstGeom prst="rect">
            <a:avLst/>
          </a:prstGeom>
          <a:solidFill>
            <a:schemeClr val="accent5"/>
          </a:solidFill>
          <a:ln w="15875">
            <a:solidFill>
              <a:schemeClr val="tx1"/>
            </a:solidFill>
          </a:ln>
        </p:spPr>
        <p:txBody>
          <a:bodyPr wrap="square" lIns="91440" tIns="45720" rIns="91440" bIns="45720" rtlCol="0" anchor="t">
            <a:noAutofit/>
          </a:bodyPr>
          <a:lstStyle/>
          <a:p>
            <a:pPr algn="ctr"/>
            <a:r>
              <a:rPr lang="en-US" sz="1200" b="1">
                <a:latin typeface="Arial"/>
                <a:ea typeface="ＭＳ Ｐゴシック"/>
              </a:rPr>
              <a:t>Shane</a:t>
            </a:r>
            <a:endParaRPr lang="en-US" sz="1200" b="1"/>
          </a:p>
        </p:txBody>
      </p:sp>
    </p:spTree>
    <p:extLst>
      <p:ext uri="{BB962C8B-B14F-4D97-AF65-F5344CB8AC3E}">
        <p14:creationId xmlns:p14="http://schemas.microsoft.com/office/powerpoint/2010/main" val="3395315561"/>
      </p:ext>
    </p:extLst>
  </p:cSld>
  <p:clrMapOvr>
    <a:masterClrMapping/>
  </p:clrMapOvr>
  <p:transition spd="slow">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F93480B-99FA-9DAE-4D5E-E9597E11873B}"/>
              </a:ext>
            </a:extLst>
          </p:cNvPr>
          <p:cNvSpPr>
            <a:spLocks noGrp="1"/>
          </p:cNvSpPr>
          <p:nvPr>
            <p:ph type="sldNum" sz="quarter" idx="4"/>
          </p:nvPr>
        </p:nvSpPr>
        <p:spPr/>
        <p:txBody>
          <a:bodyPr/>
          <a:lstStyle/>
          <a:p>
            <a:pPr>
              <a:defRPr/>
            </a:pPr>
            <a:r>
              <a:rPr lang="en-US"/>
              <a:t> </a:t>
            </a:r>
            <a:fld id="{1E4F3C7E-6C5A-7646-8E6B-0CB5FE640933}" type="slidenum">
              <a:rPr lang="en-US" smtClean="0"/>
              <a:pPr>
                <a:defRPr/>
              </a:pPr>
              <a:t>17</a:t>
            </a:fld>
            <a:endParaRPr lang="en-US"/>
          </a:p>
        </p:txBody>
      </p:sp>
      <p:sp>
        <p:nvSpPr>
          <p:cNvPr id="3" name="Title 2">
            <a:extLst>
              <a:ext uri="{FF2B5EF4-FFF2-40B4-BE49-F238E27FC236}">
                <a16:creationId xmlns:a16="http://schemas.microsoft.com/office/drawing/2014/main" id="{C249CAF3-7E61-4734-201B-2CD4575CC8D5}"/>
              </a:ext>
            </a:extLst>
          </p:cNvPr>
          <p:cNvSpPr>
            <a:spLocks noGrp="1"/>
          </p:cNvSpPr>
          <p:nvPr>
            <p:ph type="title"/>
          </p:nvPr>
        </p:nvSpPr>
        <p:spPr/>
        <p:txBody>
          <a:bodyPr/>
          <a:lstStyle/>
          <a:p>
            <a:r>
              <a:rPr lang="en-US" dirty="0"/>
              <a:t>2026 Next Steps: Web Input Forms &amp; Expansion</a:t>
            </a:r>
          </a:p>
        </p:txBody>
      </p:sp>
      <p:sp>
        <p:nvSpPr>
          <p:cNvPr id="4" name="Content Placeholder 3">
            <a:extLst>
              <a:ext uri="{FF2B5EF4-FFF2-40B4-BE49-F238E27FC236}">
                <a16:creationId xmlns:a16="http://schemas.microsoft.com/office/drawing/2014/main" id="{7B99B301-4060-117E-3CC7-E2DBC810F899}"/>
              </a:ext>
            </a:extLst>
          </p:cNvPr>
          <p:cNvSpPr>
            <a:spLocks noGrp="1"/>
          </p:cNvSpPr>
          <p:nvPr>
            <p:ph sz="quarter" idx="14"/>
          </p:nvPr>
        </p:nvSpPr>
        <p:spPr/>
        <p:txBody>
          <a:bodyPr/>
          <a:lstStyle/>
          <a:p>
            <a:r>
              <a:rPr lang="en-US" dirty="0"/>
              <a:t>Commercial adoption &amp; rollout</a:t>
            </a:r>
          </a:p>
          <a:p>
            <a:endParaRPr lang="en-US" dirty="0"/>
          </a:p>
          <a:p>
            <a:endParaRPr lang="en-US" dirty="0"/>
          </a:p>
          <a:p>
            <a:r>
              <a:rPr lang="en-US" dirty="0"/>
              <a:t>Continuous improvement from vendor/field feedback</a:t>
            </a:r>
          </a:p>
          <a:p>
            <a:endParaRPr lang="en-US" dirty="0"/>
          </a:p>
          <a:p>
            <a:endParaRPr lang="en-US" dirty="0"/>
          </a:p>
          <a:p>
            <a:r>
              <a:rPr lang="en-US" dirty="0"/>
              <a:t>Product evolution and feature growth</a:t>
            </a:r>
          </a:p>
          <a:p>
            <a:pPr lvl="1"/>
            <a:r>
              <a:rPr lang="en-US" dirty="0"/>
              <a:t>Expand visualization and reporting capabilities</a:t>
            </a:r>
          </a:p>
          <a:p>
            <a:pPr lvl="1"/>
            <a:r>
              <a:rPr lang="en-US" dirty="0"/>
              <a:t>Look at mobile access and enhanced input forms</a:t>
            </a:r>
          </a:p>
          <a:p>
            <a:pPr lvl="1"/>
            <a:r>
              <a:rPr lang="en-US" dirty="0"/>
              <a:t>Investigate predictive analytics and automation</a:t>
            </a:r>
          </a:p>
          <a:p>
            <a:endParaRPr lang="en-US" dirty="0"/>
          </a:p>
        </p:txBody>
      </p:sp>
      <p:sp>
        <p:nvSpPr>
          <p:cNvPr id="5" name="Text Placeholder 4">
            <a:extLst>
              <a:ext uri="{FF2B5EF4-FFF2-40B4-BE49-F238E27FC236}">
                <a16:creationId xmlns:a16="http://schemas.microsoft.com/office/drawing/2014/main" id="{DEAC9334-3F6E-D14D-37FD-29140D711E88}"/>
              </a:ext>
            </a:extLst>
          </p:cNvPr>
          <p:cNvSpPr>
            <a:spLocks noGrp="1"/>
          </p:cNvSpPr>
          <p:nvPr>
            <p:ph type="body" sz="quarter" idx="10"/>
          </p:nvPr>
        </p:nvSpPr>
        <p:spPr/>
        <p:txBody>
          <a:bodyPr/>
          <a:lstStyle/>
          <a:p>
            <a:endParaRPr lang="en-US"/>
          </a:p>
        </p:txBody>
      </p:sp>
      <p:sp>
        <p:nvSpPr>
          <p:cNvPr id="6" name="TextBox 5">
            <a:extLst>
              <a:ext uri="{FF2B5EF4-FFF2-40B4-BE49-F238E27FC236}">
                <a16:creationId xmlns:a16="http://schemas.microsoft.com/office/drawing/2014/main" id="{2A2BB05B-35BD-31FE-380F-AFE4F18373C4}"/>
              </a:ext>
            </a:extLst>
          </p:cNvPr>
          <p:cNvSpPr txBox="1"/>
          <p:nvPr/>
        </p:nvSpPr>
        <p:spPr>
          <a:xfrm>
            <a:off x="7541285" y="92226"/>
            <a:ext cx="1423327" cy="488722"/>
          </a:xfrm>
          <a:prstGeom prst="rect">
            <a:avLst/>
          </a:prstGeom>
          <a:solidFill>
            <a:schemeClr val="accent5"/>
          </a:solidFill>
          <a:ln w="15875">
            <a:solidFill>
              <a:schemeClr val="tx1"/>
            </a:solidFill>
          </a:ln>
        </p:spPr>
        <p:txBody>
          <a:bodyPr wrap="square" lIns="91440" tIns="45720" rIns="91440" bIns="45720" rtlCol="0" anchor="t">
            <a:noAutofit/>
          </a:bodyPr>
          <a:lstStyle/>
          <a:p>
            <a:pPr algn="ctr"/>
            <a:r>
              <a:rPr lang="en-US" sz="1200" b="1" dirty="0">
                <a:latin typeface="Arial"/>
                <a:ea typeface="ＭＳ Ｐゴシック"/>
              </a:rPr>
              <a:t>Wayne</a:t>
            </a:r>
            <a:endParaRPr lang="en-US" sz="1200" b="1" dirty="0"/>
          </a:p>
        </p:txBody>
      </p:sp>
    </p:spTree>
    <p:extLst>
      <p:ext uri="{BB962C8B-B14F-4D97-AF65-F5344CB8AC3E}">
        <p14:creationId xmlns:p14="http://schemas.microsoft.com/office/powerpoint/2010/main" val="3229528558"/>
      </p:ext>
    </p:extLst>
  </p:cSld>
  <p:clrMapOvr>
    <a:masterClrMapping/>
  </p:clrMapOvr>
  <p:transition spd="slow">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ctangle: Rounded Corners 210">
            <a:extLst>
              <a:ext uri="{FF2B5EF4-FFF2-40B4-BE49-F238E27FC236}">
                <a16:creationId xmlns:a16="http://schemas.microsoft.com/office/drawing/2014/main" id="{83339AD2-7637-E32C-41C2-9678C4BF13AB}"/>
              </a:ext>
            </a:extLst>
          </p:cNvPr>
          <p:cNvSpPr/>
          <p:nvPr/>
        </p:nvSpPr>
        <p:spPr bwMode="auto">
          <a:xfrm>
            <a:off x="6231824" y="822542"/>
            <a:ext cx="2780629" cy="3007588"/>
          </a:xfrm>
          <a:prstGeom prst="roundRect">
            <a:avLst/>
          </a:prstGeom>
          <a:solidFill>
            <a:schemeClr val="accent2">
              <a:lumMod val="20000"/>
              <a:lumOff val="80000"/>
              <a:alpha val="50000"/>
            </a:schemeClr>
          </a:solidFill>
          <a:ln w="9525" cap="flat" cmpd="sng" algn="ctr">
            <a:noFill/>
            <a:prstDash val="solid"/>
            <a:round/>
            <a:headEnd type="none" w="med" len="med"/>
            <a:tailEnd type="none" w="med" len="med"/>
          </a:ln>
          <a:effectLst/>
        </p:spPr>
        <p:txBody>
          <a:bodyPr vert="horz" wrap="square" lIns="0" tIns="45720" rIns="0" bIns="45720" numCol="1" rtlCol="0" anchor="t" anchorCtr="0" compatLnSpc="1">
            <a:prstTxWarp prst="textNoShape">
              <a:avLst/>
            </a:prstTxWarp>
          </a:bodyPr>
          <a:lstStyle/>
          <a:p>
            <a:pPr algn="ctr"/>
            <a:r>
              <a:rPr lang="en-US" sz="1200" b="1" dirty="0">
                <a:solidFill>
                  <a:schemeClr val="accent3">
                    <a:lumMod val="50000"/>
                  </a:schemeClr>
                </a:solidFill>
              </a:rPr>
              <a:t>VP / Manager</a:t>
            </a:r>
            <a:endParaRPr kumimoji="0" lang="en-US" sz="12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sp>
        <p:nvSpPr>
          <p:cNvPr id="210" name="Rectangle: Rounded Corners 209">
            <a:extLst>
              <a:ext uri="{FF2B5EF4-FFF2-40B4-BE49-F238E27FC236}">
                <a16:creationId xmlns:a16="http://schemas.microsoft.com/office/drawing/2014/main" id="{62C288A8-07DC-1717-B3A0-807FD43BF7EC}"/>
              </a:ext>
            </a:extLst>
          </p:cNvPr>
          <p:cNvSpPr/>
          <p:nvPr/>
        </p:nvSpPr>
        <p:spPr bwMode="auto">
          <a:xfrm>
            <a:off x="4271918" y="822542"/>
            <a:ext cx="1595476" cy="3007588"/>
          </a:xfrm>
          <a:prstGeom prst="roundRect">
            <a:avLst/>
          </a:prstGeom>
          <a:solidFill>
            <a:schemeClr val="accent2">
              <a:lumMod val="20000"/>
              <a:lumOff val="80000"/>
              <a:alpha val="50000"/>
            </a:schemeClr>
          </a:solidFill>
          <a:ln w="9525" cap="flat" cmpd="sng" algn="ctr">
            <a:noFill/>
            <a:prstDash val="solid"/>
            <a:round/>
            <a:headEnd type="none" w="med" len="med"/>
            <a:tailEnd type="none" w="med" len="med"/>
          </a:ln>
          <a:effectLst/>
        </p:spPr>
        <p:txBody>
          <a:bodyPr vert="horz" wrap="square" lIns="0" tIns="45720" rIns="0" bIns="45720" numCol="1" rtlCol="0" anchor="t" anchorCtr="0" compatLnSpc="1">
            <a:prstTxWarp prst="textNoShape">
              <a:avLst/>
            </a:prstTxWarp>
          </a:bodyPr>
          <a:lstStyle/>
          <a:p>
            <a:pPr algn="ctr"/>
            <a:r>
              <a:rPr lang="en-US" sz="1200" b="1" dirty="0">
                <a:solidFill>
                  <a:schemeClr val="accent3">
                    <a:lumMod val="50000"/>
                  </a:schemeClr>
                </a:solidFill>
              </a:rPr>
              <a:t>Tableau/PowerBi</a:t>
            </a:r>
          </a:p>
          <a:p>
            <a:pPr algn="ctr"/>
            <a:r>
              <a:rPr lang="en-US" sz="1200" b="1" dirty="0">
                <a:solidFill>
                  <a:schemeClr val="accent3">
                    <a:lumMod val="50000"/>
                  </a:schemeClr>
                </a:solidFill>
              </a:rPr>
              <a:t>Excel</a:t>
            </a:r>
            <a:endParaRPr kumimoji="0" lang="en-US" sz="12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sp>
        <p:nvSpPr>
          <p:cNvPr id="209" name="Rectangle: Rounded Corners 208">
            <a:extLst>
              <a:ext uri="{FF2B5EF4-FFF2-40B4-BE49-F238E27FC236}">
                <a16:creationId xmlns:a16="http://schemas.microsoft.com/office/drawing/2014/main" id="{29C750CF-579D-7A06-D066-6FD7D4C16405}"/>
              </a:ext>
            </a:extLst>
          </p:cNvPr>
          <p:cNvSpPr/>
          <p:nvPr/>
        </p:nvSpPr>
        <p:spPr bwMode="auto">
          <a:xfrm>
            <a:off x="2013132" y="814487"/>
            <a:ext cx="1595476" cy="3007588"/>
          </a:xfrm>
          <a:prstGeom prst="roundRect">
            <a:avLst/>
          </a:prstGeom>
          <a:solidFill>
            <a:schemeClr val="accent2">
              <a:lumMod val="20000"/>
              <a:lumOff val="80000"/>
              <a:alpha val="50000"/>
            </a:schemeClr>
          </a:solidFill>
          <a:ln w="9525" cap="flat" cmpd="sng" algn="ctr">
            <a:noFill/>
            <a:prstDash val="solid"/>
            <a:round/>
            <a:headEnd type="none" w="med" len="med"/>
            <a:tailEnd type="none" w="med" len="med"/>
          </a:ln>
          <a:effectLst/>
        </p:spPr>
        <p:txBody>
          <a:bodyPr vert="horz" wrap="square" lIns="0" tIns="45720" rIns="0" bIns="45720" numCol="1" rtlCol="0" anchor="t" anchorCtr="0" compatLnSpc="1">
            <a:prstTxWarp prst="textNoShape">
              <a:avLst/>
            </a:prstTxWarp>
          </a:bodyPr>
          <a:lstStyle/>
          <a:p>
            <a:pPr algn="ctr"/>
            <a:r>
              <a:rPr lang="en-US" sz="1200" b="1" dirty="0">
                <a:solidFill>
                  <a:schemeClr val="accent3">
                    <a:lumMod val="50000"/>
                  </a:schemeClr>
                </a:solidFill>
              </a:rPr>
              <a:t>Oracle</a:t>
            </a:r>
            <a:endParaRPr kumimoji="0" lang="en-US" sz="12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sp>
        <p:nvSpPr>
          <p:cNvPr id="205" name="Rectangle: Rounded Corners 204">
            <a:extLst>
              <a:ext uri="{FF2B5EF4-FFF2-40B4-BE49-F238E27FC236}">
                <a16:creationId xmlns:a16="http://schemas.microsoft.com/office/drawing/2014/main" id="{1CA10A6C-D9A5-8CF0-1CB3-9A67368D326A}"/>
              </a:ext>
            </a:extLst>
          </p:cNvPr>
          <p:cNvSpPr/>
          <p:nvPr/>
        </p:nvSpPr>
        <p:spPr bwMode="auto">
          <a:xfrm>
            <a:off x="118989" y="822542"/>
            <a:ext cx="1595476" cy="3007588"/>
          </a:xfrm>
          <a:prstGeom prst="roundRect">
            <a:avLst/>
          </a:prstGeom>
          <a:solidFill>
            <a:schemeClr val="accent2">
              <a:lumMod val="20000"/>
              <a:lumOff val="80000"/>
              <a:alpha val="50000"/>
            </a:schemeClr>
          </a:solidFill>
          <a:ln w="9525" cap="flat" cmpd="sng" algn="ctr">
            <a:noFill/>
            <a:prstDash val="solid"/>
            <a:round/>
            <a:headEnd type="none" w="med" len="med"/>
            <a:tailEnd type="none" w="med" len="med"/>
          </a:ln>
          <a:effectLst/>
        </p:spPr>
        <p:txBody>
          <a:bodyPr vert="horz" wrap="square" lIns="0" tIns="45720" rIns="0" bIns="45720" numCol="1" rtlCol="0" anchor="t" anchorCtr="0" compatLnSpc="1">
            <a:prstTxWarp prst="textNoShape">
              <a:avLst/>
            </a:prstTxWarp>
          </a:bodyPr>
          <a:lstStyle/>
          <a:p>
            <a:pPr algn="ctr"/>
            <a:r>
              <a:rPr lang="en-US" sz="1200" b="1" dirty="0">
                <a:solidFill>
                  <a:schemeClr val="accent3">
                    <a:lumMod val="50000"/>
                  </a:schemeClr>
                </a:solidFill>
              </a:rPr>
              <a:t>Web Input Forms</a:t>
            </a: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2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sp>
        <p:nvSpPr>
          <p:cNvPr id="2" name="Slide Number Placeholder 1"/>
          <p:cNvSpPr>
            <a:spLocks noGrp="1"/>
          </p:cNvSpPr>
          <p:nvPr>
            <p:ph type="sldNum" sz="quarter" idx="4"/>
          </p:nvPr>
        </p:nvSpPr>
        <p:spPr/>
        <p:txBody>
          <a:bodyPr/>
          <a:lstStyle/>
          <a:p>
            <a:pPr>
              <a:defRPr/>
            </a:pPr>
            <a:r>
              <a:rPr lang="en-US" dirty="0"/>
              <a:t> </a:t>
            </a:r>
            <a:fld id="{1E4F3C7E-6C5A-7646-8E6B-0CB5FE640933}" type="slidenum">
              <a:rPr lang="en-US" smtClean="0"/>
              <a:pPr>
                <a:defRPr/>
              </a:pPr>
              <a:t>18</a:t>
            </a:fld>
            <a:endParaRPr lang="en-US" dirty="0"/>
          </a:p>
        </p:txBody>
      </p:sp>
      <p:sp>
        <p:nvSpPr>
          <p:cNvPr id="10" name="Title 9"/>
          <p:cNvSpPr>
            <a:spLocks noGrp="1"/>
          </p:cNvSpPr>
          <p:nvPr>
            <p:ph type="title"/>
          </p:nvPr>
        </p:nvSpPr>
        <p:spPr/>
        <p:txBody>
          <a:bodyPr/>
          <a:lstStyle/>
          <a:p>
            <a:r>
              <a:rPr lang="en-US" dirty="0"/>
              <a:t>ESP KPI Tracking Project –Feb 2025</a:t>
            </a:r>
          </a:p>
        </p:txBody>
      </p:sp>
      <p:sp>
        <p:nvSpPr>
          <p:cNvPr id="11" name="Text Placeholder 10"/>
          <p:cNvSpPr>
            <a:spLocks noGrp="1"/>
          </p:cNvSpPr>
          <p:nvPr>
            <p:ph type="body" sz="quarter" idx="10"/>
          </p:nvPr>
        </p:nvSpPr>
        <p:spPr/>
        <p:txBody>
          <a:bodyPr/>
          <a:lstStyle/>
          <a:p>
            <a:r>
              <a:rPr lang="en-US" dirty="0"/>
              <a:t>Project Overview to Show Major Areas of Development</a:t>
            </a:r>
          </a:p>
        </p:txBody>
      </p:sp>
      <p:sp>
        <p:nvSpPr>
          <p:cNvPr id="22" name="TextBox 21">
            <a:extLst>
              <a:ext uri="{FF2B5EF4-FFF2-40B4-BE49-F238E27FC236}">
                <a16:creationId xmlns:a16="http://schemas.microsoft.com/office/drawing/2014/main" id="{712EB82A-DB1C-B535-4C0A-3CEC8A9638AB}"/>
              </a:ext>
            </a:extLst>
          </p:cNvPr>
          <p:cNvSpPr txBox="1"/>
          <p:nvPr/>
        </p:nvSpPr>
        <p:spPr>
          <a:xfrm>
            <a:off x="794034" y="2605727"/>
            <a:ext cx="238717" cy="276999"/>
          </a:xfrm>
          <a:prstGeom prst="rect">
            <a:avLst/>
          </a:prstGeom>
          <a:noFill/>
        </p:spPr>
        <p:txBody>
          <a:bodyPr wrap="square" rtlCol="0">
            <a:spAutoFit/>
          </a:bodyPr>
          <a:lstStyle/>
          <a:p>
            <a:r>
              <a:rPr lang="en-US" sz="1200" b="1" dirty="0"/>
              <a:t>⋮</a:t>
            </a:r>
          </a:p>
        </p:txBody>
      </p:sp>
      <p:grpSp>
        <p:nvGrpSpPr>
          <p:cNvPr id="26" name="Group 25">
            <a:extLst>
              <a:ext uri="{FF2B5EF4-FFF2-40B4-BE49-F238E27FC236}">
                <a16:creationId xmlns:a16="http://schemas.microsoft.com/office/drawing/2014/main" id="{C368061D-D6B7-2E2C-EFC9-BD5B348691AF}"/>
              </a:ext>
            </a:extLst>
          </p:cNvPr>
          <p:cNvGrpSpPr/>
          <p:nvPr/>
        </p:nvGrpSpPr>
        <p:grpSpPr>
          <a:xfrm>
            <a:off x="734812" y="1297934"/>
            <a:ext cx="357174" cy="371071"/>
            <a:chOff x="774383" y="1585989"/>
            <a:chExt cx="357174" cy="371071"/>
          </a:xfrm>
        </p:grpSpPr>
        <p:sp>
          <p:nvSpPr>
            <p:cNvPr id="14" name="Rectangle 13">
              <a:extLst>
                <a:ext uri="{FF2B5EF4-FFF2-40B4-BE49-F238E27FC236}">
                  <a16:creationId xmlns:a16="http://schemas.microsoft.com/office/drawing/2014/main" id="{E0390EC7-ABD9-5D9C-1EA2-7E17C5EB2688}"/>
                </a:ext>
              </a:extLst>
            </p:cNvPr>
            <p:cNvSpPr/>
            <p:nvPr/>
          </p:nvSpPr>
          <p:spPr bwMode="auto">
            <a:xfrm>
              <a:off x="774383" y="1585989"/>
              <a:ext cx="357173" cy="371071"/>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pic>
          <p:nvPicPr>
            <p:cNvPr id="25" name="Graphic 24" descr="Paper with solid fill">
              <a:extLst>
                <a:ext uri="{FF2B5EF4-FFF2-40B4-BE49-F238E27FC236}">
                  <a16:creationId xmlns:a16="http://schemas.microsoft.com/office/drawing/2014/main" id="{19AA2A4B-53A1-1389-38F9-8F1586FE764B}"/>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774384" y="1595280"/>
              <a:ext cx="357173" cy="357173"/>
            </a:xfrm>
            <a:prstGeom prst="roundRect">
              <a:avLst/>
            </a:prstGeom>
          </p:spPr>
        </p:pic>
      </p:grpSp>
      <p:grpSp>
        <p:nvGrpSpPr>
          <p:cNvPr id="45" name="Group 44">
            <a:extLst>
              <a:ext uri="{FF2B5EF4-FFF2-40B4-BE49-F238E27FC236}">
                <a16:creationId xmlns:a16="http://schemas.microsoft.com/office/drawing/2014/main" id="{F0319326-5770-FAAC-AB99-F5C6A42929BE}"/>
              </a:ext>
            </a:extLst>
          </p:cNvPr>
          <p:cNvGrpSpPr/>
          <p:nvPr/>
        </p:nvGrpSpPr>
        <p:grpSpPr>
          <a:xfrm>
            <a:off x="2316609" y="1799679"/>
            <a:ext cx="995265" cy="854833"/>
            <a:chOff x="1729274" y="1504491"/>
            <a:chExt cx="995265" cy="854833"/>
          </a:xfrm>
        </p:grpSpPr>
        <p:sp>
          <p:nvSpPr>
            <p:cNvPr id="37" name="Rectangle 36">
              <a:extLst>
                <a:ext uri="{FF2B5EF4-FFF2-40B4-BE49-F238E27FC236}">
                  <a16:creationId xmlns:a16="http://schemas.microsoft.com/office/drawing/2014/main" id="{5C19E0B0-6795-263A-3CBE-0CC387B36418}"/>
                </a:ext>
              </a:extLst>
            </p:cNvPr>
            <p:cNvSpPr/>
            <p:nvPr/>
          </p:nvSpPr>
          <p:spPr bwMode="auto">
            <a:xfrm>
              <a:off x="1729274" y="1504491"/>
              <a:ext cx="995265" cy="854833"/>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Database</a:t>
              </a:r>
              <a:endPar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endParaRPr>
            </a:p>
          </p:txBody>
        </p:sp>
        <p:pic>
          <p:nvPicPr>
            <p:cNvPr id="41" name="Graphic 40" descr="Database with solid fill">
              <a:extLst>
                <a:ext uri="{FF2B5EF4-FFF2-40B4-BE49-F238E27FC236}">
                  <a16:creationId xmlns:a16="http://schemas.microsoft.com/office/drawing/2014/main" id="{EEA9F7BC-E706-18B4-6EBD-5F4C9CF9D12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96749" y="1835609"/>
              <a:ext cx="460312" cy="460312"/>
            </a:xfrm>
            <a:prstGeom prst="roundRect">
              <a:avLst/>
            </a:prstGeom>
          </p:spPr>
        </p:pic>
      </p:grpSp>
      <p:sp>
        <p:nvSpPr>
          <p:cNvPr id="43" name="Rectangle: Rounded Corners 42">
            <a:extLst>
              <a:ext uri="{FF2B5EF4-FFF2-40B4-BE49-F238E27FC236}">
                <a16:creationId xmlns:a16="http://schemas.microsoft.com/office/drawing/2014/main" id="{973A5DA8-0C2C-620A-29ED-4CA55CDF2B12}"/>
              </a:ext>
            </a:extLst>
          </p:cNvPr>
          <p:cNvSpPr/>
          <p:nvPr/>
        </p:nvSpPr>
        <p:spPr bwMode="auto">
          <a:xfrm>
            <a:off x="118989" y="3935664"/>
            <a:ext cx="1294069" cy="601353"/>
          </a:xfrm>
          <a:prstGeom prst="roundRect">
            <a:avLst/>
          </a:prstGeom>
          <a:solidFill>
            <a:srgbClr val="00B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rPr>
              <a:t>Existing Excel Tool</a:t>
            </a:r>
          </a:p>
        </p:txBody>
      </p:sp>
      <p:sp>
        <p:nvSpPr>
          <p:cNvPr id="55" name="Rectangle: Rounded Corners 54">
            <a:extLst>
              <a:ext uri="{FF2B5EF4-FFF2-40B4-BE49-F238E27FC236}">
                <a16:creationId xmlns:a16="http://schemas.microsoft.com/office/drawing/2014/main" id="{F4472D8A-3C07-2F3B-EB8F-8CB5F2977271}"/>
              </a:ext>
            </a:extLst>
          </p:cNvPr>
          <p:cNvSpPr/>
          <p:nvPr/>
        </p:nvSpPr>
        <p:spPr bwMode="auto">
          <a:xfrm>
            <a:off x="1606566" y="4083933"/>
            <a:ext cx="531806" cy="296866"/>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rPr>
              <a:t>ETL</a:t>
            </a:r>
          </a:p>
        </p:txBody>
      </p:sp>
      <p:sp>
        <p:nvSpPr>
          <p:cNvPr id="58" name="Rectangle: Rounded Corners 57">
            <a:extLst>
              <a:ext uri="{FF2B5EF4-FFF2-40B4-BE49-F238E27FC236}">
                <a16:creationId xmlns:a16="http://schemas.microsoft.com/office/drawing/2014/main" id="{BBBB1275-722B-B924-9616-8751323691CF}"/>
              </a:ext>
            </a:extLst>
          </p:cNvPr>
          <p:cNvSpPr/>
          <p:nvPr/>
        </p:nvSpPr>
        <p:spPr bwMode="auto">
          <a:xfrm>
            <a:off x="3707706" y="2070724"/>
            <a:ext cx="491315" cy="320841"/>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Q/C.</a:t>
            </a:r>
            <a:endPar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endParaRPr>
          </a:p>
        </p:txBody>
      </p:sp>
      <p:grpSp>
        <p:nvGrpSpPr>
          <p:cNvPr id="60" name="Group 59">
            <a:extLst>
              <a:ext uri="{FF2B5EF4-FFF2-40B4-BE49-F238E27FC236}">
                <a16:creationId xmlns:a16="http://schemas.microsoft.com/office/drawing/2014/main" id="{BB0B0EB8-78EA-A56F-43B2-B748645365CA}"/>
              </a:ext>
            </a:extLst>
          </p:cNvPr>
          <p:cNvGrpSpPr/>
          <p:nvPr/>
        </p:nvGrpSpPr>
        <p:grpSpPr>
          <a:xfrm>
            <a:off x="4580954" y="1297934"/>
            <a:ext cx="995265" cy="854833"/>
            <a:chOff x="1729274" y="1504491"/>
            <a:chExt cx="995265" cy="854833"/>
          </a:xfrm>
        </p:grpSpPr>
        <p:sp>
          <p:nvSpPr>
            <p:cNvPr id="61" name="Rectangle 60">
              <a:extLst>
                <a:ext uri="{FF2B5EF4-FFF2-40B4-BE49-F238E27FC236}">
                  <a16:creationId xmlns:a16="http://schemas.microsoft.com/office/drawing/2014/main" id="{3B0D1798-0370-F808-8190-DD540316CE71}"/>
                </a:ext>
              </a:extLst>
            </p:cNvPr>
            <p:cNvSpPr/>
            <p:nvPr/>
          </p:nvSpPr>
          <p:spPr bwMode="auto">
            <a:xfrm>
              <a:off x="1729274" y="1504491"/>
              <a:ext cx="995265" cy="854833"/>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Reports</a:t>
              </a:r>
              <a:endPar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endParaRPr>
            </a:p>
          </p:txBody>
        </p:sp>
        <p:pic>
          <p:nvPicPr>
            <p:cNvPr id="62" name="Graphic 61" descr="Document with solid fill">
              <a:extLst>
                <a:ext uri="{FF2B5EF4-FFF2-40B4-BE49-F238E27FC236}">
                  <a16:creationId xmlns:a16="http://schemas.microsoft.com/office/drawing/2014/main" id="{350857D4-EDB8-D06D-326C-27EF7A47E39C}"/>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996749" y="1835609"/>
              <a:ext cx="460312" cy="460312"/>
            </a:xfrm>
            <a:prstGeom prst="roundRect">
              <a:avLst/>
            </a:prstGeom>
          </p:spPr>
        </p:pic>
      </p:grpSp>
      <p:grpSp>
        <p:nvGrpSpPr>
          <p:cNvPr id="63" name="Group 62">
            <a:extLst>
              <a:ext uri="{FF2B5EF4-FFF2-40B4-BE49-F238E27FC236}">
                <a16:creationId xmlns:a16="http://schemas.microsoft.com/office/drawing/2014/main" id="{E7FFFD43-1F42-B797-5937-F562858E0B6D}"/>
              </a:ext>
            </a:extLst>
          </p:cNvPr>
          <p:cNvGrpSpPr/>
          <p:nvPr/>
        </p:nvGrpSpPr>
        <p:grpSpPr>
          <a:xfrm>
            <a:off x="734803" y="1779528"/>
            <a:ext cx="357174" cy="371071"/>
            <a:chOff x="774383" y="1585989"/>
            <a:chExt cx="357174" cy="371071"/>
          </a:xfrm>
        </p:grpSpPr>
        <p:sp>
          <p:nvSpPr>
            <p:cNvPr id="64" name="Rectangle 63">
              <a:extLst>
                <a:ext uri="{FF2B5EF4-FFF2-40B4-BE49-F238E27FC236}">
                  <a16:creationId xmlns:a16="http://schemas.microsoft.com/office/drawing/2014/main" id="{87BDDDFE-525B-C873-BB79-23A8F46D2A23}"/>
                </a:ext>
              </a:extLst>
            </p:cNvPr>
            <p:cNvSpPr/>
            <p:nvPr/>
          </p:nvSpPr>
          <p:spPr bwMode="auto">
            <a:xfrm>
              <a:off x="774383" y="1585989"/>
              <a:ext cx="357173" cy="371071"/>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pic>
          <p:nvPicPr>
            <p:cNvPr id="65" name="Graphic 64" descr="Paper with solid fill">
              <a:extLst>
                <a:ext uri="{FF2B5EF4-FFF2-40B4-BE49-F238E27FC236}">
                  <a16:creationId xmlns:a16="http://schemas.microsoft.com/office/drawing/2014/main" id="{7AE77D0B-69C1-0A40-33BF-FB5F9B8499C6}"/>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774384" y="1595280"/>
              <a:ext cx="357173" cy="357173"/>
            </a:xfrm>
            <a:prstGeom prst="roundRect">
              <a:avLst/>
            </a:prstGeom>
          </p:spPr>
        </p:pic>
      </p:grpSp>
      <p:grpSp>
        <p:nvGrpSpPr>
          <p:cNvPr id="66" name="Group 65">
            <a:extLst>
              <a:ext uri="{FF2B5EF4-FFF2-40B4-BE49-F238E27FC236}">
                <a16:creationId xmlns:a16="http://schemas.microsoft.com/office/drawing/2014/main" id="{9A34D385-7421-02CC-4B25-217D055026B2}"/>
              </a:ext>
            </a:extLst>
          </p:cNvPr>
          <p:cNvGrpSpPr/>
          <p:nvPr/>
        </p:nvGrpSpPr>
        <p:grpSpPr>
          <a:xfrm>
            <a:off x="734802" y="2261110"/>
            <a:ext cx="357174" cy="371071"/>
            <a:chOff x="774383" y="1585989"/>
            <a:chExt cx="357174" cy="371071"/>
          </a:xfrm>
        </p:grpSpPr>
        <p:sp>
          <p:nvSpPr>
            <p:cNvPr id="67" name="Rectangle 66">
              <a:extLst>
                <a:ext uri="{FF2B5EF4-FFF2-40B4-BE49-F238E27FC236}">
                  <a16:creationId xmlns:a16="http://schemas.microsoft.com/office/drawing/2014/main" id="{9F28D72B-F85E-CD95-75D6-3B0941EE249A}"/>
                </a:ext>
              </a:extLst>
            </p:cNvPr>
            <p:cNvSpPr/>
            <p:nvPr/>
          </p:nvSpPr>
          <p:spPr bwMode="auto">
            <a:xfrm>
              <a:off x="774383" y="1585989"/>
              <a:ext cx="357173" cy="371071"/>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pic>
          <p:nvPicPr>
            <p:cNvPr id="68" name="Graphic 67" descr="Paper with solid fill">
              <a:extLst>
                <a:ext uri="{FF2B5EF4-FFF2-40B4-BE49-F238E27FC236}">
                  <a16:creationId xmlns:a16="http://schemas.microsoft.com/office/drawing/2014/main" id="{02F8E940-3204-C139-9B2A-5A6FFC66ED9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774384" y="1595280"/>
              <a:ext cx="357173" cy="357173"/>
            </a:xfrm>
            <a:prstGeom prst="roundRect">
              <a:avLst/>
            </a:prstGeom>
          </p:spPr>
        </p:pic>
      </p:grpSp>
      <p:grpSp>
        <p:nvGrpSpPr>
          <p:cNvPr id="69" name="Group 68">
            <a:extLst>
              <a:ext uri="{FF2B5EF4-FFF2-40B4-BE49-F238E27FC236}">
                <a16:creationId xmlns:a16="http://schemas.microsoft.com/office/drawing/2014/main" id="{5F54F4DC-0E74-1C69-E00B-D55D12DC9617}"/>
              </a:ext>
            </a:extLst>
          </p:cNvPr>
          <p:cNvGrpSpPr/>
          <p:nvPr/>
        </p:nvGrpSpPr>
        <p:grpSpPr>
          <a:xfrm>
            <a:off x="734801" y="2885904"/>
            <a:ext cx="357174" cy="371071"/>
            <a:chOff x="774383" y="1585989"/>
            <a:chExt cx="357174" cy="371071"/>
          </a:xfrm>
        </p:grpSpPr>
        <p:sp>
          <p:nvSpPr>
            <p:cNvPr id="70" name="Rectangle 69">
              <a:extLst>
                <a:ext uri="{FF2B5EF4-FFF2-40B4-BE49-F238E27FC236}">
                  <a16:creationId xmlns:a16="http://schemas.microsoft.com/office/drawing/2014/main" id="{13376449-23BD-4001-53E3-3CE93C857DBE}"/>
                </a:ext>
              </a:extLst>
            </p:cNvPr>
            <p:cNvSpPr/>
            <p:nvPr/>
          </p:nvSpPr>
          <p:spPr bwMode="auto">
            <a:xfrm>
              <a:off x="774383" y="1585989"/>
              <a:ext cx="357173" cy="371071"/>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pic>
          <p:nvPicPr>
            <p:cNvPr id="71" name="Graphic 70" descr="Paper with solid fill">
              <a:extLst>
                <a:ext uri="{FF2B5EF4-FFF2-40B4-BE49-F238E27FC236}">
                  <a16:creationId xmlns:a16="http://schemas.microsoft.com/office/drawing/2014/main" id="{2AC8716C-6FD9-B08C-CC91-E20AC3EE356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774384" y="1595280"/>
              <a:ext cx="357173" cy="357173"/>
            </a:xfrm>
            <a:prstGeom prst="roundRect">
              <a:avLst/>
            </a:prstGeom>
          </p:spPr>
        </p:pic>
      </p:grpSp>
      <p:sp>
        <p:nvSpPr>
          <p:cNvPr id="72" name="Rectangle: Rounded Corners 71">
            <a:extLst>
              <a:ext uri="{FF2B5EF4-FFF2-40B4-BE49-F238E27FC236}">
                <a16:creationId xmlns:a16="http://schemas.microsoft.com/office/drawing/2014/main" id="{38E6C16A-E915-FECB-DB4F-45C9302B7B4A}"/>
              </a:ext>
            </a:extLst>
          </p:cNvPr>
          <p:cNvSpPr/>
          <p:nvPr/>
        </p:nvSpPr>
        <p:spPr bwMode="auto">
          <a:xfrm>
            <a:off x="6363429" y="1276234"/>
            <a:ext cx="2517421" cy="307526"/>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Quarterly: Presentation</a:t>
            </a:r>
            <a:endPar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endParaRPr>
          </a:p>
        </p:txBody>
      </p:sp>
      <p:sp>
        <p:nvSpPr>
          <p:cNvPr id="73" name="Rectangle: Rounded Corners 72">
            <a:extLst>
              <a:ext uri="{FF2B5EF4-FFF2-40B4-BE49-F238E27FC236}">
                <a16:creationId xmlns:a16="http://schemas.microsoft.com/office/drawing/2014/main" id="{19AD5829-1159-2A10-0BC8-7E8C56739A8F}"/>
              </a:ext>
            </a:extLst>
          </p:cNvPr>
          <p:cNvSpPr/>
          <p:nvPr/>
        </p:nvSpPr>
        <p:spPr bwMode="auto">
          <a:xfrm>
            <a:off x="6363430" y="2090496"/>
            <a:ext cx="2560058" cy="307526"/>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Monthly: Report 1-page</a:t>
            </a:r>
            <a:endPar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endParaRPr>
          </a:p>
        </p:txBody>
      </p:sp>
      <p:sp>
        <p:nvSpPr>
          <p:cNvPr id="74" name="Rectangle: Rounded Corners 73">
            <a:extLst>
              <a:ext uri="{FF2B5EF4-FFF2-40B4-BE49-F238E27FC236}">
                <a16:creationId xmlns:a16="http://schemas.microsoft.com/office/drawing/2014/main" id="{C4335834-4024-F8DC-6CE8-50CDAD7DB3A0}"/>
              </a:ext>
            </a:extLst>
          </p:cNvPr>
          <p:cNvSpPr/>
          <p:nvPr/>
        </p:nvSpPr>
        <p:spPr bwMode="auto">
          <a:xfrm>
            <a:off x="6374987" y="2913505"/>
            <a:ext cx="2526058" cy="307526"/>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Specials: Budget Report 1-page</a:t>
            </a:r>
          </a:p>
        </p:txBody>
      </p:sp>
      <p:cxnSp>
        <p:nvCxnSpPr>
          <p:cNvPr id="97" name="Connector: Elbow 96">
            <a:extLst>
              <a:ext uri="{FF2B5EF4-FFF2-40B4-BE49-F238E27FC236}">
                <a16:creationId xmlns:a16="http://schemas.microsoft.com/office/drawing/2014/main" id="{B82864E5-66DF-6800-3AE2-B19FDAF1B727}"/>
              </a:ext>
            </a:extLst>
          </p:cNvPr>
          <p:cNvCxnSpPr>
            <a:cxnSpLocks/>
          </p:cNvCxnSpPr>
          <p:nvPr/>
        </p:nvCxnSpPr>
        <p:spPr bwMode="auto">
          <a:xfrm rot="5400000" flipH="1" flipV="1">
            <a:off x="1264726" y="3039420"/>
            <a:ext cx="1652256" cy="436770"/>
          </a:xfrm>
          <a:prstGeom prst="bentConnector3">
            <a:avLst>
              <a:gd name="adj1" fmla="val 99808"/>
            </a:avLst>
          </a:prstGeom>
          <a:solidFill>
            <a:schemeClr val="accent1"/>
          </a:solidFill>
          <a:ln w="9525" cap="flat" cmpd="sng" algn="ctr">
            <a:solidFill>
              <a:schemeClr val="tx1"/>
            </a:solidFill>
            <a:prstDash val="solid"/>
            <a:round/>
            <a:headEnd type="none" w="med" len="med"/>
            <a:tailEnd type="triangle"/>
          </a:ln>
          <a:effectLst/>
        </p:spPr>
      </p:cxnSp>
      <p:sp>
        <p:nvSpPr>
          <p:cNvPr id="110" name="TextBox 109">
            <a:extLst>
              <a:ext uri="{FF2B5EF4-FFF2-40B4-BE49-F238E27FC236}">
                <a16:creationId xmlns:a16="http://schemas.microsoft.com/office/drawing/2014/main" id="{CCACB628-420C-740C-FA56-D9ADB0E8A18D}"/>
              </a:ext>
            </a:extLst>
          </p:cNvPr>
          <p:cNvSpPr txBox="1"/>
          <p:nvPr/>
        </p:nvSpPr>
        <p:spPr>
          <a:xfrm>
            <a:off x="2175570" y="4093867"/>
            <a:ext cx="2486578" cy="461665"/>
          </a:xfrm>
          <a:prstGeom prst="rect">
            <a:avLst/>
          </a:prstGeom>
          <a:noFill/>
        </p:spPr>
        <p:txBody>
          <a:bodyPr wrap="none" rtlCol="0">
            <a:spAutoFit/>
          </a:bodyPr>
          <a:lstStyle/>
          <a:p>
            <a:pPr algn="ctr"/>
            <a:r>
              <a:rPr lang="en-US" sz="1200" b="1" dirty="0">
                <a:solidFill>
                  <a:schemeClr val="accent3">
                    <a:lumMod val="50000"/>
                  </a:schemeClr>
                </a:solidFill>
              </a:rPr>
              <a:t>ETL: Extract/Transform/Load</a:t>
            </a:r>
          </a:p>
          <a:p>
            <a:pPr algn="ctr"/>
            <a:r>
              <a:rPr lang="en-US" sz="1200" b="1" dirty="0">
                <a:solidFill>
                  <a:schemeClr val="accent3">
                    <a:lumMod val="50000"/>
                  </a:schemeClr>
                </a:solidFill>
              </a:rPr>
              <a:t>using Stored Procedure/Knime</a:t>
            </a:r>
          </a:p>
        </p:txBody>
      </p:sp>
      <p:cxnSp>
        <p:nvCxnSpPr>
          <p:cNvPr id="156" name="Straight Arrow Connector 155">
            <a:extLst>
              <a:ext uri="{FF2B5EF4-FFF2-40B4-BE49-F238E27FC236}">
                <a16:creationId xmlns:a16="http://schemas.microsoft.com/office/drawing/2014/main" id="{54D96481-C8DA-060D-C4CE-34FB39E970BD}"/>
              </a:ext>
            </a:extLst>
          </p:cNvPr>
          <p:cNvCxnSpPr>
            <a:cxnSpLocks/>
            <a:endCxn id="37" idx="1"/>
          </p:cNvCxnSpPr>
          <p:nvPr/>
        </p:nvCxnSpPr>
        <p:spPr bwMode="auto">
          <a:xfrm>
            <a:off x="1489117" y="2227096"/>
            <a:ext cx="827492"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61" name="Connector: Elbow 160">
            <a:extLst>
              <a:ext uri="{FF2B5EF4-FFF2-40B4-BE49-F238E27FC236}">
                <a16:creationId xmlns:a16="http://schemas.microsoft.com/office/drawing/2014/main" id="{0BBA3BDA-61C7-83FC-BF9C-BEB2E75C2437}"/>
              </a:ext>
            </a:extLst>
          </p:cNvPr>
          <p:cNvCxnSpPr>
            <a:cxnSpLocks/>
            <a:stCxn id="14" idx="3"/>
          </p:cNvCxnSpPr>
          <p:nvPr/>
        </p:nvCxnSpPr>
        <p:spPr bwMode="auto">
          <a:xfrm>
            <a:off x="1091985" y="1483470"/>
            <a:ext cx="394462" cy="739916"/>
          </a:xfrm>
          <a:prstGeom prst="bentConnector2">
            <a:avLst/>
          </a:prstGeom>
          <a:solidFill>
            <a:schemeClr val="accent1"/>
          </a:solidFill>
          <a:ln w="9525" cap="flat" cmpd="sng" algn="ctr">
            <a:solidFill>
              <a:schemeClr val="tx1"/>
            </a:solidFill>
            <a:prstDash val="solid"/>
            <a:round/>
            <a:headEnd type="none" w="med" len="med"/>
            <a:tailEnd type="none" w="med" len="med"/>
          </a:ln>
          <a:effectLst/>
        </p:spPr>
      </p:cxnSp>
      <p:cxnSp>
        <p:nvCxnSpPr>
          <p:cNvPr id="168" name="Straight Connector 167">
            <a:extLst>
              <a:ext uri="{FF2B5EF4-FFF2-40B4-BE49-F238E27FC236}">
                <a16:creationId xmlns:a16="http://schemas.microsoft.com/office/drawing/2014/main" id="{08DD4A74-9E95-9528-BC70-D5E7D7E540A8}"/>
              </a:ext>
            </a:extLst>
          </p:cNvPr>
          <p:cNvCxnSpPr>
            <a:cxnSpLocks/>
            <a:stCxn id="64" idx="3"/>
          </p:cNvCxnSpPr>
          <p:nvPr/>
        </p:nvCxnSpPr>
        <p:spPr bwMode="auto">
          <a:xfrm>
            <a:off x="1091976" y="1965064"/>
            <a:ext cx="392135"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72" name="Connector: Elbow 171">
            <a:extLst>
              <a:ext uri="{FF2B5EF4-FFF2-40B4-BE49-F238E27FC236}">
                <a16:creationId xmlns:a16="http://schemas.microsoft.com/office/drawing/2014/main" id="{9C3923CA-8752-8DB1-F4A7-BE784B8C5869}"/>
              </a:ext>
            </a:extLst>
          </p:cNvPr>
          <p:cNvCxnSpPr>
            <a:cxnSpLocks/>
            <a:stCxn id="70" idx="3"/>
          </p:cNvCxnSpPr>
          <p:nvPr/>
        </p:nvCxnSpPr>
        <p:spPr bwMode="auto">
          <a:xfrm flipV="1">
            <a:off x="1091974" y="2223386"/>
            <a:ext cx="394473" cy="848054"/>
          </a:xfrm>
          <a:prstGeom prst="bentConnector2">
            <a:avLst/>
          </a:prstGeom>
          <a:solidFill>
            <a:schemeClr val="accent1"/>
          </a:solidFill>
          <a:ln w="9525" cap="flat" cmpd="sng" algn="ctr">
            <a:solidFill>
              <a:schemeClr val="tx1"/>
            </a:solidFill>
            <a:prstDash val="solid"/>
            <a:round/>
            <a:headEnd type="none" w="med" len="med"/>
            <a:tailEnd type="none" w="med" len="med"/>
          </a:ln>
          <a:effectLst/>
        </p:spPr>
      </p:cxnSp>
      <p:cxnSp>
        <p:nvCxnSpPr>
          <p:cNvPr id="174" name="Straight Connector 173">
            <a:extLst>
              <a:ext uri="{FF2B5EF4-FFF2-40B4-BE49-F238E27FC236}">
                <a16:creationId xmlns:a16="http://schemas.microsoft.com/office/drawing/2014/main" id="{1C8BA186-916C-A31A-3297-26357A57B9FA}"/>
              </a:ext>
            </a:extLst>
          </p:cNvPr>
          <p:cNvCxnSpPr>
            <a:cxnSpLocks/>
            <a:stCxn id="67" idx="3"/>
          </p:cNvCxnSpPr>
          <p:nvPr/>
        </p:nvCxnSpPr>
        <p:spPr bwMode="auto">
          <a:xfrm>
            <a:off x="1091975" y="2446646"/>
            <a:ext cx="392136" cy="234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76" name="Straight Arrow Connector 175">
            <a:extLst>
              <a:ext uri="{FF2B5EF4-FFF2-40B4-BE49-F238E27FC236}">
                <a16:creationId xmlns:a16="http://schemas.microsoft.com/office/drawing/2014/main" id="{98CB9B8F-C1D1-2B7F-23A6-D6B993B4B814}"/>
              </a:ext>
            </a:extLst>
          </p:cNvPr>
          <p:cNvCxnSpPr>
            <a:cxnSpLocks/>
            <a:stCxn id="37" idx="3"/>
            <a:endCxn id="58" idx="1"/>
          </p:cNvCxnSpPr>
          <p:nvPr/>
        </p:nvCxnSpPr>
        <p:spPr bwMode="auto">
          <a:xfrm>
            <a:off x="3311874" y="2227096"/>
            <a:ext cx="395832" cy="404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80" name="Straight Arrow Connector 179">
            <a:extLst>
              <a:ext uri="{FF2B5EF4-FFF2-40B4-BE49-F238E27FC236}">
                <a16:creationId xmlns:a16="http://schemas.microsoft.com/office/drawing/2014/main" id="{4C693633-53F7-2364-DCBE-E55594D6022C}"/>
              </a:ext>
            </a:extLst>
          </p:cNvPr>
          <p:cNvCxnSpPr>
            <a:cxnSpLocks/>
            <a:stCxn id="58" idx="3"/>
            <a:endCxn id="61" idx="1"/>
          </p:cNvCxnSpPr>
          <p:nvPr/>
        </p:nvCxnSpPr>
        <p:spPr bwMode="auto">
          <a:xfrm flipV="1">
            <a:off x="4199021" y="1725351"/>
            <a:ext cx="381933" cy="50579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84" name="Connector: Elbow 183">
            <a:extLst>
              <a:ext uri="{FF2B5EF4-FFF2-40B4-BE49-F238E27FC236}">
                <a16:creationId xmlns:a16="http://schemas.microsoft.com/office/drawing/2014/main" id="{64497984-9BC4-48FA-58AE-7E587FA99B68}"/>
              </a:ext>
            </a:extLst>
          </p:cNvPr>
          <p:cNvCxnSpPr>
            <a:cxnSpLocks/>
          </p:cNvCxnSpPr>
          <p:nvPr/>
        </p:nvCxnSpPr>
        <p:spPr bwMode="auto">
          <a:xfrm rot="5400000" flipH="1" flipV="1">
            <a:off x="5828762" y="1687150"/>
            <a:ext cx="807084" cy="262250"/>
          </a:xfrm>
          <a:prstGeom prst="bentConnector2">
            <a:avLst/>
          </a:prstGeom>
          <a:solidFill>
            <a:schemeClr val="accent1"/>
          </a:solidFill>
          <a:ln w="9525" cap="flat" cmpd="sng" algn="ctr">
            <a:solidFill>
              <a:schemeClr val="tx1"/>
            </a:solidFill>
            <a:prstDash val="solid"/>
            <a:round/>
            <a:headEnd type="none" w="med" len="med"/>
            <a:tailEnd type="triangle"/>
          </a:ln>
          <a:effectLst/>
        </p:spPr>
      </p:cxnSp>
      <p:cxnSp>
        <p:nvCxnSpPr>
          <p:cNvPr id="188" name="Connector: Elbow 187">
            <a:extLst>
              <a:ext uri="{FF2B5EF4-FFF2-40B4-BE49-F238E27FC236}">
                <a16:creationId xmlns:a16="http://schemas.microsoft.com/office/drawing/2014/main" id="{0984AE54-1711-BBCC-E810-05C60F4A8DB8}"/>
              </a:ext>
            </a:extLst>
          </p:cNvPr>
          <p:cNvCxnSpPr>
            <a:cxnSpLocks/>
          </p:cNvCxnSpPr>
          <p:nvPr/>
        </p:nvCxnSpPr>
        <p:spPr bwMode="auto">
          <a:xfrm rot="16200000" flipH="1">
            <a:off x="5826695" y="2498950"/>
            <a:ext cx="828618" cy="277492"/>
          </a:xfrm>
          <a:prstGeom prst="bentConnector2">
            <a:avLst/>
          </a:prstGeom>
          <a:solidFill>
            <a:schemeClr val="accent1"/>
          </a:solidFill>
          <a:ln w="9525" cap="flat" cmpd="sng" algn="ctr">
            <a:solidFill>
              <a:schemeClr val="tx1"/>
            </a:solidFill>
            <a:prstDash val="solid"/>
            <a:round/>
            <a:headEnd type="none" w="med" len="med"/>
            <a:tailEnd type="triangle"/>
          </a:ln>
          <a:effectLst/>
        </p:spPr>
      </p:cxnSp>
      <p:cxnSp>
        <p:nvCxnSpPr>
          <p:cNvPr id="202" name="Straight Arrow Connector 201">
            <a:extLst>
              <a:ext uri="{FF2B5EF4-FFF2-40B4-BE49-F238E27FC236}">
                <a16:creationId xmlns:a16="http://schemas.microsoft.com/office/drawing/2014/main" id="{3C811E2B-0DA5-8919-0B06-BA3169F8C3B8}"/>
              </a:ext>
            </a:extLst>
          </p:cNvPr>
          <p:cNvCxnSpPr>
            <a:cxnSpLocks/>
            <a:stCxn id="43" idx="3"/>
            <a:endCxn id="55" idx="1"/>
          </p:cNvCxnSpPr>
          <p:nvPr/>
        </p:nvCxnSpPr>
        <p:spPr bwMode="auto">
          <a:xfrm flipV="1">
            <a:off x="1413058" y="4232366"/>
            <a:ext cx="193508" cy="397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57" name="Group 56">
            <a:extLst>
              <a:ext uri="{FF2B5EF4-FFF2-40B4-BE49-F238E27FC236}">
                <a16:creationId xmlns:a16="http://schemas.microsoft.com/office/drawing/2014/main" id="{BB0B0EB8-78EA-A56F-43B2-B748645365CA}"/>
              </a:ext>
            </a:extLst>
          </p:cNvPr>
          <p:cNvGrpSpPr/>
          <p:nvPr/>
        </p:nvGrpSpPr>
        <p:grpSpPr>
          <a:xfrm>
            <a:off x="4577023" y="2353621"/>
            <a:ext cx="995265" cy="854833"/>
            <a:chOff x="1729274" y="1504491"/>
            <a:chExt cx="995265" cy="854833"/>
          </a:xfrm>
        </p:grpSpPr>
        <p:sp>
          <p:nvSpPr>
            <p:cNvPr id="59" name="Rectangle 60">
              <a:extLst>
                <a:ext uri="{FF2B5EF4-FFF2-40B4-BE49-F238E27FC236}">
                  <a16:creationId xmlns:a16="http://schemas.microsoft.com/office/drawing/2014/main" id="{3B0D1798-0370-F808-8190-DD540316CE71}"/>
                </a:ext>
              </a:extLst>
            </p:cNvPr>
            <p:cNvSpPr/>
            <p:nvPr/>
          </p:nvSpPr>
          <p:spPr bwMode="auto">
            <a:xfrm>
              <a:off x="1729274" y="1504491"/>
              <a:ext cx="995265" cy="854833"/>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Analytics</a:t>
              </a:r>
              <a:endPar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endParaRPr>
            </a:p>
          </p:txBody>
        </p:sp>
        <p:pic>
          <p:nvPicPr>
            <p:cNvPr id="75" name="Graphic 61" descr="Document with solid fill">
              <a:extLst>
                <a:ext uri="{FF2B5EF4-FFF2-40B4-BE49-F238E27FC236}">
                  <a16:creationId xmlns:a16="http://schemas.microsoft.com/office/drawing/2014/main" id="{350857D4-EDB8-D06D-326C-27EF7A47E39C}"/>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996749" y="1835609"/>
              <a:ext cx="460312" cy="460312"/>
            </a:xfrm>
            <a:prstGeom prst="roundRect">
              <a:avLst/>
            </a:prstGeom>
          </p:spPr>
        </p:pic>
      </p:grpSp>
      <p:cxnSp>
        <p:nvCxnSpPr>
          <p:cNvPr id="76" name="Straight Arrow Connector 75">
            <a:extLst>
              <a:ext uri="{FF2B5EF4-FFF2-40B4-BE49-F238E27FC236}">
                <a16:creationId xmlns:a16="http://schemas.microsoft.com/office/drawing/2014/main" id="{4C693633-53F7-2364-DCBE-E55594D6022C}"/>
              </a:ext>
            </a:extLst>
          </p:cNvPr>
          <p:cNvCxnSpPr>
            <a:cxnSpLocks/>
            <a:stCxn id="58" idx="3"/>
            <a:endCxn id="59" idx="1"/>
          </p:cNvCxnSpPr>
          <p:nvPr/>
        </p:nvCxnSpPr>
        <p:spPr bwMode="auto">
          <a:xfrm>
            <a:off x="4199021" y="2231145"/>
            <a:ext cx="378002" cy="54989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 name="TextBox 2"/>
          <p:cNvSpPr txBox="1"/>
          <p:nvPr/>
        </p:nvSpPr>
        <p:spPr>
          <a:xfrm>
            <a:off x="194541" y="1315944"/>
            <a:ext cx="559663" cy="338554"/>
          </a:xfrm>
          <a:prstGeom prst="rect">
            <a:avLst/>
          </a:prstGeom>
          <a:noFill/>
        </p:spPr>
        <p:txBody>
          <a:bodyPr wrap="square" rtlCol="0">
            <a:spAutoFit/>
          </a:bodyPr>
          <a:lstStyle/>
          <a:p>
            <a:r>
              <a:rPr lang="en-US" sz="800" b="1" dirty="0"/>
              <a:t>Vendor Entry</a:t>
            </a:r>
          </a:p>
        </p:txBody>
      </p:sp>
      <p:sp>
        <p:nvSpPr>
          <p:cNvPr id="80" name="TextBox 79"/>
          <p:cNvSpPr txBox="1"/>
          <p:nvPr/>
        </p:nvSpPr>
        <p:spPr>
          <a:xfrm>
            <a:off x="207626" y="1811192"/>
            <a:ext cx="559663" cy="830997"/>
          </a:xfrm>
          <a:prstGeom prst="rect">
            <a:avLst/>
          </a:prstGeom>
          <a:noFill/>
        </p:spPr>
        <p:txBody>
          <a:bodyPr wrap="square" rtlCol="0">
            <a:spAutoFit/>
          </a:bodyPr>
          <a:lstStyle/>
          <a:p>
            <a:r>
              <a:rPr lang="en-US" sz="800" b="1" dirty="0"/>
              <a:t>CNRL Entry</a:t>
            </a:r>
          </a:p>
          <a:p>
            <a:endParaRPr lang="en-US" sz="800" b="1" dirty="0"/>
          </a:p>
          <a:p>
            <a:r>
              <a:rPr lang="en-US" sz="800" b="1" dirty="0"/>
              <a:t>Field  and</a:t>
            </a:r>
          </a:p>
          <a:p>
            <a:r>
              <a:rPr lang="en-US" sz="800" b="1" dirty="0"/>
              <a:t>Calgary</a:t>
            </a:r>
          </a:p>
        </p:txBody>
      </p:sp>
      <p:cxnSp>
        <p:nvCxnSpPr>
          <p:cNvPr id="5" name="Elbow Connector 4"/>
          <p:cNvCxnSpPr>
            <a:stCxn id="61" idx="3"/>
            <a:endCxn id="73" idx="1"/>
          </p:cNvCxnSpPr>
          <p:nvPr/>
        </p:nvCxnSpPr>
        <p:spPr bwMode="auto">
          <a:xfrm>
            <a:off x="5576219" y="1725351"/>
            <a:ext cx="787211" cy="518908"/>
          </a:xfrm>
          <a:prstGeom prst="bentConnector3">
            <a:avLst>
              <a:gd name="adj1" fmla="val 66246"/>
            </a:avLst>
          </a:prstGeom>
          <a:solidFill>
            <a:schemeClr val="accent1"/>
          </a:solidFill>
          <a:ln w="9525" cap="flat" cmpd="sng" algn="ctr">
            <a:solidFill>
              <a:schemeClr val="tx1"/>
            </a:solidFill>
            <a:prstDash val="solid"/>
            <a:round/>
            <a:headEnd type="none" w="med" len="med"/>
            <a:tailEnd type="triangle"/>
          </a:ln>
          <a:effectLst/>
        </p:spPr>
      </p:cxnSp>
      <p:sp>
        <p:nvSpPr>
          <p:cNvPr id="4" name="TextBox 3">
            <a:extLst>
              <a:ext uri="{FF2B5EF4-FFF2-40B4-BE49-F238E27FC236}">
                <a16:creationId xmlns:a16="http://schemas.microsoft.com/office/drawing/2014/main" id="{09EF6D1F-A521-B17D-CB6F-CC115DEF3248}"/>
              </a:ext>
            </a:extLst>
          </p:cNvPr>
          <p:cNvSpPr txBox="1"/>
          <p:nvPr/>
        </p:nvSpPr>
        <p:spPr>
          <a:xfrm>
            <a:off x="7559899" y="77273"/>
            <a:ext cx="1423327" cy="488722"/>
          </a:xfrm>
          <a:prstGeom prst="rect">
            <a:avLst/>
          </a:prstGeom>
          <a:solidFill>
            <a:srgbClr val="92D050"/>
          </a:solidFill>
          <a:ln w="15875">
            <a:solidFill>
              <a:schemeClr val="tx1"/>
            </a:solidFill>
          </a:ln>
        </p:spPr>
        <p:txBody>
          <a:bodyPr wrap="square" rtlCol="0">
            <a:noAutofit/>
          </a:bodyPr>
          <a:lstStyle/>
          <a:p>
            <a:pPr algn="ctr"/>
            <a:r>
              <a:rPr lang="en-US" sz="1200" b="1" dirty="0"/>
              <a:t>Wayne</a:t>
            </a:r>
          </a:p>
        </p:txBody>
      </p:sp>
      <p:sp>
        <p:nvSpPr>
          <p:cNvPr id="7" name="Left Brace 6">
            <a:extLst>
              <a:ext uri="{FF2B5EF4-FFF2-40B4-BE49-F238E27FC236}">
                <a16:creationId xmlns:a16="http://schemas.microsoft.com/office/drawing/2014/main" id="{512DEFEF-4E77-1BE0-4E7A-86422BFA1FD9}"/>
              </a:ext>
            </a:extLst>
          </p:cNvPr>
          <p:cNvSpPr/>
          <p:nvPr/>
        </p:nvSpPr>
        <p:spPr bwMode="auto">
          <a:xfrm rot="16200000">
            <a:off x="835668" y="3148757"/>
            <a:ext cx="155448" cy="479674"/>
          </a:xfrm>
          <a:prstGeom prst="leftBrace">
            <a:avLst>
              <a:gd name="adj1" fmla="val 3234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8" name="Left Brace 7">
            <a:extLst>
              <a:ext uri="{FF2B5EF4-FFF2-40B4-BE49-F238E27FC236}">
                <a16:creationId xmlns:a16="http://schemas.microsoft.com/office/drawing/2014/main" id="{2EBE8E73-55B8-C6D6-E316-A72512ECD3D9}"/>
              </a:ext>
            </a:extLst>
          </p:cNvPr>
          <p:cNvSpPr/>
          <p:nvPr/>
        </p:nvSpPr>
        <p:spPr bwMode="auto">
          <a:xfrm rot="16200000">
            <a:off x="1794745" y="4218684"/>
            <a:ext cx="155448" cy="531806"/>
          </a:xfrm>
          <a:prstGeom prst="leftBrace">
            <a:avLst>
              <a:gd name="adj1" fmla="val 3234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9" name="TextBox 8">
            <a:extLst>
              <a:ext uri="{FF2B5EF4-FFF2-40B4-BE49-F238E27FC236}">
                <a16:creationId xmlns:a16="http://schemas.microsoft.com/office/drawing/2014/main" id="{2B6ACB90-91D7-BF04-C27B-3AD45D1BAB91}"/>
              </a:ext>
            </a:extLst>
          </p:cNvPr>
          <p:cNvSpPr txBox="1"/>
          <p:nvPr/>
        </p:nvSpPr>
        <p:spPr>
          <a:xfrm>
            <a:off x="667971" y="3453057"/>
            <a:ext cx="490840" cy="276999"/>
          </a:xfrm>
          <a:prstGeom prst="rect">
            <a:avLst/>
          </a:prstGeom>
          <a:noFill/>
        </p:spPr>
        <p:txBody>
          <a:bodyPr wrap="none" rtlCol="0">
            <a:spAutoFit/>
          </a:bodyPr>
          <a:lstStyle/>
          <a:p>
            <a:pPr algn="ctr"/>
            <a:r>
              <a:rPr lang="en-US" sz="1200" b="1" dirty="0"/>
              <a:t>90%</a:t>
            </a:r>
          </a:p>
        </p:txBody>
      </p:sp>
      <p:sp>
        <p:nvSpPr>
          <p:cNvPr id="12" name="TextBox 11">
            <a:extLst>
              <a:ext uri="{FF2B5EF4-FFF2-40B4-BE49-F238E27FC236}">
                <a16:creationId xmlns:a16="http://schemas.microsoft.com/office/drawing/2014/main" id="{469D13C7-C260-68DF-F718-F7F1BD1FDE49}"/>
              </a:ext>
            </a:extLst>
          </p:cNvPr>
          <p:cNvSpPr txBox="1"/>
          <p:nvPr/>
        </p:nvSpPr>
        <p:spPr>
          <a:xfrm>
            <a:off x="1627048" y="4554665"/>
            <a:ext cx="490840" cy="276999"/>
          </a:xfrm>
          <a:prstGeom prst="rect">
            <a:avLst/>
          </a:prstGeom>
          <a:noFill/>
        </p:spPr>
        <p:txBody>
          <a:bodyPr wrap="none" rtlCol="0">
            <a:spAutoFit/>
          </a:bodyPr>
          <a:lstStyle/>
          <a:p>
            <a:pPr algn="ctr"/>
            <a:r>
              <a:rPr lang="en-US" sz="1200" b="1" dirty="0"/>
              <a:t>75%</a:t>
            </a:r>
          </a:p>
        </p:txBody>
      </p:sp>
      <p:sp>
        <p:nvSpPr>
          <p:cNvPr id="13" name="Left Brace 12">
            <a:extLst>
              <a:ext uri="{FF2B5EF4-FFF2-40B4-BE49-F238E27FC236}">
                <a16:creationId xmlns:a16="http://schemas.microsoft.com/office/drawing/2014/main" id="{9C6E8EAE-75D7-75C1-5893-9E886A0A1364}"/>
              </a:ext>
            </a:extLst>
          </p:cNvPr>
          <p:cNvSpPr/>
          <p:nvPr/>
        </p:nvSpPr>
        <p:spPr bwMode="auto">
          <a:xfrm rot="16200000">
            <a:off x="2744828" y="2889929"/>
            <a:ext cx="155448" cy="995266"/>
          </a:xfrm>
          <a:prstGeom prst="leftBrace">
            <a:avLst>
              <a:gd name="adj1" fmla="val 3234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15" name="TextBox 14">
            <a:extLst>
              <a:ext uri="{FF2B5EF4-FFF2-40B4-BE49-F238E27FC236}">
                <a16:creationId xmlns:a16="http://schemas.microsoft.com/office/drawing/2014/main" id="{5615FE9F-49FF-96BB-1F35-9A0580033C67}"/>
              </a:ext>
            </a:extLst>
          </p:cNvPr>
          <p:cNvSpPr txBox="1"/>
          <p:nvPr/>
        </p:nvSpPr>
        <p:spPr>
          <a:xfrm>
            <a:off x="2633474" y="3436286"/>
            <a:ext cx="490840" cy="276999"/>
          </a:xfrm>
          <a:prstGeom prst="rect">
            <a:avLst/>
          </a:prstGeom>
          <a:noFill/>
        </p:spPr>
        <p:txBody>
          <a:bodyPr wrap="none" rtlCol="0">
            <a:spAutoFit/>
          </a:bodyPr>
          <a:lstStyle/>
          <a:p>
            <a:pPr algn="ctr"/>
            <a:r>
              <a:rPr lang="en-US" sz="1200" b="1" dirty="0"/>
              <a:t>95%</a:t>
            </a:r>
          </a:p>
        </p:txBody>
      </p:sp>
      <p:sp>
        <p:nvSpPr>
          <p:cNvPr id="16" name="Left Brace 15">
            <a:extLst>
              <a:ext uri="{FF2B5EF4-FFF2-40B4-BE49-F238E27FC236}">
                <a16:creationId xmlns:a16="http://schemas.microsoft.com/office/drawing/2014/main" id="{CFEEB165-87E7-AC3D-0A2E-20719D204657}"/>
              </a:ext>
            </a:extLst>
          </p:cNvPr>
          <p:cNvSpPr/>
          <p:nvPr/>
        </p:nvSpPr>
        <p:spPr bwMode="auto">
          <a:xfrm rot="16200000">
            <a:off x="3862539" y="3145618"/>
            <a:ext cx="155448" cy="483887"/>
          </a:xfrm>
          <a:prstGeom prst="leftBrace">
            <a:avLst>
              <a:gd name="adj1" fmla="val 3234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17" name="Left Brace 16">
            <a:extLst>
              <a:ext uri="{FF2B5EF4-FFF2-40B4-BE49-F238E27FC236}">
                <a16:creationId xmlns:a16="http://schemas.microsoft.com/office/drawing/2014/main" id="{251820CD-F08D-86D2-26B4-CEA4A6BF7483}"/>
              </a:ext>
            </a:extLst>
          </p:cNvPr>
          <p:cNvSpPr/>
          <p:nvPr/>
        </p:nvSpPr>
        <p:spPr bwMode="auto">
          <a:xfrm rot="16200000">
            <a:off x="4973294" y="2890422"/>
            <a:ext cx="155448" cy="995265"/>
          </a:xfrm>
          <a:prstGeom prst="leftBrace">
            <a:avLst>
              <a:gd name="adj1" fmla="val 3234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18" name="TextBox 17">
            <a:extLst>
              <a:ext uri="{FF2B5EF4-FFF2-40B4-BE49-F238E27FC236}">
                <a16:creationId xmlns:a16="http://schemas.microsoft.com/office/drawing/2014/main" id="{FA5DEFC8-5A63-CF42-3127-B2092136C151}"/>
              </a:ext>
            </a:extLst>
          </p:cNvPr>
          <p:cNvSpPr txBox="1"/>
          <p:nvPr/>
        </p:nvSpPr>
        <p:spPr>
          <a:xfrm>
            <a:off x="3717060" y="3451360"/>
            <a:ext cx="490840" cy="276999"/>
          </a:xfrm>
          <a:prstGeom prst="rect">
            <a:avLst/>
          </a:prstGeom>
          <a:noFill/>
        </p:spPr>
        <p:txBody>
          <a:bodyPr wrap="none" rtlCol="0">
            <a:spAutoFit/>
          </a:bodyPr>
          <a:lstStyle/>
          <a:p>
            <a:pPr algn="ctr"/>
            <a:r>
              <a:rPr lang="en-US" sz="1200" b="1" dirty="0"/>
              <a:t>50%</a:t>
            </a:r>
          </a:p>
        </p:txBody>
      </p:sp>
      <p:sp>
        <p:nvSpPr>
          <p:cNvPr id="19" name="TextBox 18">
            <a:extLst>
              <a:ext uri="{FF2B5EF4-FFF2-40B4-BE49-F238E27FC236}">
                <a16:creationId xmlns:a16="http://schemas.microsoft.com/office/drawing/2014/main" id="{BC4EE8CE-63E2-FF4B-61EC-C1DD29AE14B9}"/>
              </a:ext>
            </a:extLst>
          </p:cNvPr>
          <p:cNvSpPr txBox="1"/>
          <p:nvPr/>
        </p:nvSpPr>
        <p:spPr>
          <a:xfrm>
            <a:off x="4833165" y="3239423"/>
            <a:ext cx="490840" cy="461665"/>
          </a:xfrm>
          <a:prstGeom prst="rect">
            <a:avLst/>
          </a:prstGeom>
          <a:noFill/>
        </p:spPr>
        <p:txBody>
          <a:bodyPr wrap="none" rtlCol="0">
            <a:spAutoFit/>
          </a:bodyPr>
          <a:lstStyle/>
          <a:p>
            <a:pPr algn="ctr"/>
            <a:endParaRPr lang="en-US" sz="1200" b="1" dirty="0"/>
          </a:p>
          <a:p>
            <a:pPr algn="ctr"/>
            <a:r>
              <a:rPr lang="en-US" sz="1200" b="1" dirty="0"/>
              <a:t>20%</a:t>
            </a:r>
          </a:p>
        </p:txBody>
      </p:sp>
    </p:spTree>
    <p:extLst>
      <p:ext uri="{BB962C8B-B14F-4D97-AF65-F5344CB8AC3E}">
        <p14:creationId xmlns:p14="http://schemas.microsoft.com/office/powerpoint/2010/main" val="1342597927"/>
      </p:ext>
    </p:extLst>
  </p:cSld>
  <p:clrMapOvr>
    <a:masterClrMapping/>
  </p:clrMapOvr>
  <p:transition spd="slow">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ctangle: Rounded Corners 210">
            <a:extLst>
              <a:ext uri="{FF2B5EF4-FFF2-40B4-BE49-F238E27FC236}">
                <a16:creationId xmlns:a16="http://schemas.microsoft.com/office/drawing/2014/main" id="{83339AD2-7637-E32C-41C2-9678C4BF13AB}"/>
              </a:ext>
            </a:extLst>
          </p:cNvPr>
          <p:cNvSpPr/>
          <p:nvPr/>
        </p:nvSpPr>
        <p:spPr bwMode="auto">
          <a:xfrm>
            <a:off x="6202597" y="814487"/>
            <a:ext cx="2780629" cy="3007588"/>
          </a:xfrm>
          <a:prstGeom prst="roundRect">
            <a:avLst/>
          </a:prstGeom>
          <a:solidFill>
            <a:schemeClr val="accent2">
              <a:lumMod val="20000"/>
              <a:lumOff val="80000"/>
              <a:alpha val="50000"/>
            </a:schemeClr>
          </a:solidFill>
          <a:ln w="9525" cap="flat" cmpd="sng" algn="ctr">
            <a:noFill/>
            <a:prstDash val="solid"/>
            <a:round/>
            <a:headEnd type="none" w="med" len="med"/>
            <a:tailEnd type="none" w="med" len="med"/>
          </a:ln>
          <a:effectLst/>
        </p:spPr>
        <p:txBody>
          <a:bodyPr vert="horz" wrap="square" lIns="0" tIns="45720" rIns="0" bIns="45720" numCol="1" rtlCol="0" anchor="t" anchorCtr="0" compatLnSpc="1">
            <a:prstTxWarp prst="textNoShape">
              <a:avLst/>
            </a:prstTxWarp>
          </a:bodyPr>
          <a:lstStyle/>
          <a:p>
            <a:pPr algn="ctr"/>
            <a:r>
              <a:rPr lang="en-US" sz="1200" b="1" dirty="0">
                <a:solidFill>
                  <a:schemeClr val="accent3">
                    <a:lumMod val="50000"/>
                  </a:schemeClr>
                </a:solidFill>
              </a:rPr>
              <a:t>VP / Manager</a:t>
            </a:r>
            <a:endParaRPr kumimoji="0" lang="en-US" sz="12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sp>
        <p:nvSpPr>
          <p:cNvPr id="210" name="Rectangle: Rounded Corners 209">
            <a:extLst>
              <a:ext uri="{FF2B5EF4-FFF2-40B4-BE49-F238E27FC236}">
                <a16:creationId xmlns:a16="http://schemas.microsoft.com/office/drawing/2014/main" id="{62C288A8-07DC-1717-B3A0-807FD43BF7EC}"/>
              </a:ext>
            </a:extLst>
          </p:cNvPr>
          <p:cNvSpPr/>
          <p:nvPr/>
        </p:nvSpPr>
        <p:spPr bwMode="auto">
          <a:xfrm>
            <a:off x="4271918" y="822542"/>
            <a:ext cx="1595476" cy="3007588"/>
          </a:xfrm>
          <a:prstGeom prst="roundRect">
            <a:avLst/>
          </a:prstGeom>
          <a:solidFill>
            <a:schemeClr val="accent2">
              <a:lumMod val="20000"/>
              <a:lumOff val="80000"/>
              <a:alpha val="50000"/>
            </a:schemeClr>
          </a:solidFill>
          <a:ln w="9525" cap="flat" cmpd="sng" algn="ctr">
            <a:noFill/>
            <a:prstDash val="solid"/>
            <a:round/>
            <a:headEnd type="none" w="med" len="med"/>
            <a:tailEnd type="none" w="med" len="med"/>
          </a:ln>
          <a:effectLst/>
        </p:spPr>
        <p:txBody>
          <a:bodyPr vert="horz" wrap="square" lIns="0" tIns="45720" rIns="0" bIns="45720" numCol="1" rtlCol="0" anchor="t" anchorCtr="0" compatLnSpc="1">
            <a:prstTxWarp prst="textNoShape">
              <a:avLst/>
            </a:prstTxWarp>
          </a:bodyPr>
          <a:lstStyle/>
          <a:p>
            <a:pPr algn="ctr"/>
            <a:r>
              <a:rPr lang="en-US" sz="1200" b="1" dirty="0" err="1">
                <a:solidFill>
                  <a:schemeClr val="accent3">
                    <a:lumMod val="50000"/>
                  </a:schemeClr>
                </a:solidFill>
              </a:rPr>
              <a:t>PowerBi</a:t>
            </a:r>
            <a:endParaRPr lang="en-US" sz="1200" b="1" dirty="0">
              <a:solidFill>
                <a:schemeClr val="accent3">
                  <a:lumMod val="50000"/>
                </a:schemeClr>
              </a:solidFill>
            </a:endParaRPr>
          </a:p>
          <a:p>
            <a:pPr algn="ctr"/>
            <a:r>
              <a:rPr lang="en-US" sz="1200" b="1" dirty="0">
                <a:solidFill>
                  <a:schemeClr val="accent3">
                    <a:lumMod val="50000"/>
                  </a:schemeClr>
                </a:solidFill>
              </a:rPr>
              <a:t>Excel</a:t>
            </a:r>
            <a:endParaRPr kumimoji="0" lang="en-US" sz="12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sp>
        <p:nvSpPr>
          <p:cNvPr id="209" name="Rectangle: Rounded Corners 208">
            <a:extLst>
              <a:ext uri="{FF2B5EF4-FFF2-40B4-BE49-F238E27FC236}">
                <a16:creationId xmlns:a16="http://schemas.microsoft.com/office/drawing/2014/main" id="{29C750CF-579D-7A06-D066-6FD7D4C16405}"/>
              </a:ext>
            </a:extLst>
          </p:cNvPr>
          <p:cNvSpPr/>
          <p:nvPr/>
        </p:nvSpPr>
        <p:spPr bwMode="auto">
          <a:xfrm>
            <a:off x="2013132" y="814487"/>
            <a:ext cx="1595476" cy="3007588"/>
          </a:xfrm>
          <a:prstGeom prst="roundRect">
            <a:avLst/>
          </a:prstGeom>
          <a:solidFill>
            <a:schemeClr val="accent2">
              <a:lumMod val="20000"/>
              <a:lumOff val="80000"/>
              <a:alpha val="50000"/>
            </a:schemeClr>
          </a:solidFill>
          <a:ln w="9525" cap="flat" cmpd="sng" algn="ctr">
            <a:noFill/>
            <a:prstDash val="solid"/>
            <a:round/>
            <a:headEnd type="none" w="med" len="med"/>
            <a:tailEnd type="none" w="med" len="med"/>
          </a:ln>
          <a:effectLst/>
        </p:spPr>
        <p:txBody>
          <a:bodyPr vert="horz" wrap="square" lIns="0" tIns="45720" rIns="0" bIns="45720" numCol="1" rtlCol="0" anchor="t" anchorCtr="0" compatLnSpc="1">
            <a:prstTxWarp prst="textNoShape">
              <a:avLst/>
            </a:prstTxWarp>
          </a:bodyPr>
          <a:lstStyle/>
          <a:p>
            <a:pPr algn="ctr"/>
            <a:r>
              <a:rPr lang="en-US" sz="1200" b="1" dirty="0">
                <a:solidFill>
                  <a:schemeClr val="accent3">
                    <a:lumMod val="50000"/>
                  </a:schemeClr>
                </a:solidFill>
              </a:rPr>
              <a:t>Oracle</a:t>
            </a:r>
            <a:endParaRPr kumimoji="0" lang="en-US" sz="12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sp>
        <p:nvSpPr>
          <p:cNvPr id="205" name="Rectangle: Rounded Corners 204">
            <a:extLst>
              <a:ext uri="{FF2B5EF4-FFF2-40B4-BE49-F238E27FC236}">
                <a16:creationId xmlns:a16="http://schemas.microsoft.com/office/drawing/2014/main" id="{1CA10A6C-D9A5-8CF0-1CB3-9A67368D326A}"/>
              </a:ext>
            </a:extLst>
          </p:cNvPr>
          <p:cNvSpPr/>
          <p:nvPr/>
        </p:nvSpPr>
        <p:spPr bwMode="auto">
          <a:xfrm>
            <a:off x="118989" y="822542"/>
            <a:ext cx="1595476" cy="3007588"/>
          </a:xfrm>
          <a:prstGeom prst="roundRect">
            <a:avLst/>
          </a:prstGeom>
          <a:solidFill>
            <a:schemeClr val="accent2">
              <a:lumMod val="20000"/>
              <a:lumOff val="80000"/>
              <a:alpha val="50000"/>
            </a:schemeClr>
          </a:solidFill>
          <a:ln w="9525" cap="flat" cmpd="sng" algn="ctr">
            <a:noFill/>
            <a:prstDash val="solid"/>
            <a:round/>
            <a:headEnd type="none" w="med" len="med"/>
            <a:tailEnd type="none" w="med" len="med"/>
          </a:ln>
          <a:effectLst/>
        </p:spPr>
        <p:txBody>
          <a:bodyPr vert="horz" wrap="square" lIns="0" tIns="45720" rIns="0" bIns="45720" numCol="1" rtlCol="0" anchor="t" anchorCtr="0" compatLnSpc="1">
            <a:prstTxWarp prst="textNoShape">
              <a:avLst/>
            </a:prstTxWarp>
          </a:bodyPr>
          <a:lstStyle/>
          <a:p>
            <a:pPr algn="ctr"/>
            <a:r>
              <a:rPr lang="en-US" sz="1200" b="1" dirty="0">
                <a:solidFill>
                  <a:schemeClr val="accent3">
                    <a:lumMod val="50000"/>
                  </a:schemeClr>
                </a:solidFill>
              </a:rPr>
              <a:t>Web Input Forms</a:t>
            </a:r>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2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sp>
        <p:nvSpPr>
          <p:cNvPr id="2" name="Slide Number Placeholder 1"/>
          <p:cNvSpPr>
            <a:spLocks noGrp="1"/>
          </p:cNvSpPr>
          <p:nvPr>
            <p:ph type="sldNum" sz="quarter" idx="4"/>
          </p:nvPr>
        </p:nvSpPr>
        <p:spPr/>
        <p:txBody>
          <a:bodyPr/>
          <a:lstStyle/>
          <a:p>
            <a:pPr>
              <a:defRPr/>
            </a:pPr>
            <a:r>
              <a:rPr lang="en-US" dirty="0"/>
              <a:t> </a:t>
            </a:r>
            <a:fld id="{1E4F3C7E-6C5A-7646-8E6B-0CB5FE640933}" type="slidenum">
              <a:rPr lang="en-US" smtClean="0"/>
              <a:pPr>
                <a:defRPr/>
              </a:pPr>
              <a:t>19</a:t>
            </a:fld>
            <a:endParaRPr lang="en-US" dirty="0"/>
          </a:p>
        </p:txBody>
      </p:sp>
      <p:sp>
        <p:nvSpPr>
          <p:cNvPr id="10" name="Title 9"/>
          <p:cNvSpPr>
            <a:spLocks noGrp="1"/>
          </p:cNvSpPr>
          <p:nvPr>
            <p:ph type="title"/>
          </p:nvPr>
        </p:nvSpPr>
        <p:spPr/>
        <p:txBody>
          <a:bodyPr/>
          <a:lstStyle/>
          <a:p>
            <a:r>
              <a:rPr lang="en-US" dirty="0"/>
              <a:t>ESP KPI Tracking Project – Dec 2025</a:t>
            </a:r>
          </a:p>
        </p:txBody>
      </p:sp>
      <p:sp>
        <p:nvSpPr>
          <p:cNvPr id="11" name="Text Placeholder 10"/>
          <p:cNvSpPr>
            <a:spLocks noGrp="1"/>
          </p:cNvSpPr>
          <p:nvPr>
            <p:ph type="body" sz="quarter" idx="10"/>
          </p:nvPr>
        </p:nvSpPr>
        <p:spPr/>
        <p:txBody>
          <a:bodyPr/>
          <a:lstStyle/>
          <a:p>
            <a:r>
              <a:rPr lang="en-US" dirty="0"/>
              <a:t>Project Overview to Show Major Areas of Development</a:t>
            </a:r>
          </a:p>
        </p:txBody>
      </p:sp>
      <p:sp>
        <p:nvSpPr>
          <p:cNvPr id="22" name="TextBox 21">
            <a:extLst>
              <a:ext uri="{FF2B5EF4-FFF2-40B4-BE49-F238E27FC236}">
                <a16:creationId xmlns:a16="http://schemas.microsoft.com/office/drawing/2014/main" id="{712EB82A-DB1C-B535-4C0A-3CEC8A9638AB}"/>
              </a:ext>
            </a:extLst>
          </p:cNvPr>
          <p:cNvSpPr txBox="1"/>
          <p:nvPr/>
        </p:nvSpPr>
        <p:spPr>
          <a:xfrm>
            <a:off x="794034" y="2605727"/>
            <a:ext cx="238717" cy="276999"/>
          </a:xfrm>
          <a:prstGeom prst="rect">
            <a:avLst/>
          </a:prstGeom>
          <a:noFill/>
        </p:spPr>
        <p:txBody>
          <a:bodyPr wrap="square" rtlCol="0">
            <a:spAutoFit/>
          </a:bodyPr>
          <a:lstStyle/>
          <a:p>
            <a:r>
              <a:rPr lang="en-US" sz="1200" b="1" dirty="0"/>
              <a:t>⋮</a:t>
            </a:r>
          </a:p>
        </p:txBody>
      </p:sp>
      <p:grpSp>
        <p:nvGrpSpPr>
          <p:cNvPr id="26" name="Group 25">
            <a:extLst>
              <a:ext uri="{FF2B5EF4-FFF2-40B4-BE49-F238E27FC236}">
                <a16:creationId xmlns:a16="http://schemas.microsoft.com/office/drawing/2014/main" id="{C368061D-D6B7-2E2C-EFC9-BD5B348691AF}"/>
              </a:ext>
            </a:extLst>
          </p:cNvPr>
          <p:cNvGrpSpPr/>
          <p:nvPr/>
        </p:nvGrpSpPr>
        <p:grpSpPr>
          <a:xfrm>
            <a:off x="734812" y="1297934"/>
            <a:ext cx="357174" cy="371071"/>
            <a:chOff x="774383" y="1585989"/>
            <a:chExt cx="357174" cy="371071"/>
          </a:xfrm>
        </p:grpSpPr>
        <p:sp>
          <p:nvSpPr>
            <p:cNvPr id="14" name="Rectangle 13">
              <a:extLst>
                <a:ext uri="{FF2B5EF4-FFF2-40B4-BE49-F238E27FC236}">
                  <a16:creationId xmlns:a16="http://schemas.microsoft.com/office/drawing/2014/main" id="{E0390EC7-ABD9-5D9C-1EA2-7E17C5EB2688}"/>
                </a:ext>
              </a:extLst>
            </p:cNvPr>
            <p:cNvSpPr/>
            <p:nvPr/>
          </p:nvSpPr>
          <p:spPr bwMode="auto">
            <a:xfrm>
              <a:off x="774383" y="1585989"/>
              <a:ext cx="357173" cy="371071"/>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pic>
          <p:nvPicPr>
            <p:cNvPr id="25" name="Graphic 24" descr="Paper with solid fill">
              <a:extLst>
                <a:ext uri="{FF2B5EF4-FFF2-40B4-BE49-F238E27FC236}">
                  <a16:creationId xmlns:a16="http://schemas.microsoft.com/office/drawing/2014/main" id="{19AA2A4B-53A1-1389-38F9-8F1586FE764B}"/>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774384" y="1595280"/>
              <a:ext cx="357173" cy="357173"/>
            </a:xfrm>
            <a:prstGeom prst="roundRect">
              <a:avLst/>
            </a:prstGeom>
          </p:spPr>
        </p:pic>
      </p:grpSp>
      <p:grpSp>
        <p:nvGrpSpPr>
          <p:cNvPr id="45" name="Group 44">
            <a:extLst>
              <a:ext uri="{FF2B5EF4-FFF2-40B4-BE49-F238E27FC236}">
                <a16:creationId xmlns:a16="http://schemas.microsoft.com/office/drawing/2014/main" id="{F0319326-5770-FAAC-AB99-F5C6A42929BE}"/>
              </a:ext>
            </a:extLst>
          </p:cNvPr>
          <p:cNvGrpSpPr/>
          <p:nvPr/>
        </p:nvGrpSpPr>
        <p:grpSpPr>
          <a:xfrm>
            <a:off x="2316609" y="1799679"/>
            <a:ext cx="995265" cy="854833"/>
            <a:chOff x="1729274" y="1504491"/>
            <a:chExt cx="995265" cy="854833"/>
          </a:xfrm>
        </p:grpSpPr>
        <p:sp>
          <p:nvSpPr>
            <p:cNvPr id="37" name="Rectangle 36">
              <a:extLst>
                <a:ext uri="{FF2B5EF4-FFF2-40B4-BE49-F238E27FC236}">
                  <a16:creationId xmlns:a16="http://schemas.microsoft.com/office/drawing/2014/main" id="{5C19E0B0-6795-263A-3CBE-0CC387B36418}"/>
                </a:ext>
              </a:extLst>
            </p:cNvPr>
            <p:cNvSpPr/>
            <p:nvPr/>
          </p:nvSpPr>
          <p:spPr bwMode="auto">
            <a:xfrm>
              <a:off x="1729274" y="1504491"/>
              <a:ext cx="995265" cy="854833"/>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Database</a:t>
              </a:r>
              <a:endPar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endParaRPr>
            </a:p>
          </p:txBody>
        </p:sp>
        <p:pic>
          <p:nvPicPr>
            <p:cNvPr id="41" name="Graphic 40" descr="Database with solid fill">
              <a:extLst>
                <a:ext uri="{FF2B5EF4-FFF2-40B4-BE49-F238E27FC236}">
                  <a16:creationId xmlns:a16="http://schemas.microsoft.com/office/drawing/2014/main" id="{EEA9F7BC-E706-18B4-6EBD-5F4C9CF9D12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96749" y="1835609"/>
              <a:ext cx="460312" cy="460312"/>
            </a:xfrm>
            <a:prstGeom prst="roundRect">
              <a:avLst/>
            </a:prstGeom>
          </p:spPr>
        </p:pic>
      </p:grpSp>
      <p:sp>
        <p:nvSpPr>
          <p:cNvPr id="43" name="Rectangle: Rounded Corners 42">
            <a:extLst>
              <a:ext uri="{FF2B5EF4-FFF2-40B4-BE49-F238E27FC236}">
                <a16:creationId xmlns:a16="http://schemas.microsoft.com/office/drawing/2014/main" id="{973A5DA8-0C2C-620A-29ED-4CA55CDF2B12}"/>
              </a:ext>
            </a:extLst>
          </p:cNvPr>
          <p:cNvSpPr/>
          <p:nvPr/>
        </p:nvSpPr>
        <p:spPr bwMode="auto">
          <a:xfrm>
            <a:off x="118989" y="3935664"/>
            <a:ext cx="1294069" cy="601353"/>
          </a:xfrm>
          <a:prstGeom prst="roundRect">
            <a:avLst/>
          </a:prstGeom>
          <a:solidFill>
            <a:srgbClr val="00B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rPr>
              <a:t>Existing Excel Tool</a:t>
            </a:r>
          </a:p>
        </p:txBody>
      </p:sp>
      <p:sp>
        <p:nvSpPr>
          <p:cNvPr id="55" name="Rectangle: Rounded Corners 54">
            <a:extLst>
              <a:ext uri="{FF2B5EF4-FFF2-40B4-BE49-F238E27FC236}">
                <a16:creationId xmlns:a16="http://schemas.microsoft.com/office/drawing/2014/main" id="{F4472D8A-3C07-2F3B-EB8F-8CB5F2977271}"/>
              </a:ext>
            </a:extLst>
          </p:cNvPr>
          <p:cNvSpPr/>
          <p:nvPr/>
        </p:nvSpPr>
        <p:spPr bwMode="auto">
          <a:xfrm>
            <a:off x="1606566" y="4083933"/>
            <a:ext cx="531806" cy="296866"/>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rPr>
              <a:t>ETL</a:t>
            </a:r>
          </a:p>
        </p:txBody>
      </p:sp>
      <p:sp>
        <p:nvSpPr>
          <p:cNvPr id="58" name="Rectangle: Rounded Corners 57">
            <a:extLst>
              <a:ext uri="{FF2B5EF4-FFF2-40B4-BE49-F238E27FC236}">
                <a16:creationId xmlns:a16="http://schemas.microsoft.com/office/drawing/2014/main" id="{BBBB1275-722B-B924-9616-8751323691CF}"/>
              </a:ext>
            </a:extLst>
          </p:cNvPr>
          <p:cNvSpPr/>
          <p:nvPr/>
        </p:nvSpPr>
        <p:spPr bwMode="auto">
          <a:xfrm>
            <a:off x="3707706" y="2070724"/>
            <a:ext cx="491315" cy="320841"/>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Q/C.</a:t>
            </a:r>
            <a:endPar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endParaRPr>
          </a:p>
        </p:txBody>
      </p:sp>
      <p:grpSp>
        <p:nvGrpSpPr>
          <p:cNvPr id="60" name="Group 59">
            <a:extLst>
              <a:ext uri="{FF2B5EF4-FFF2-40B4-BE49-F238E27FC236}">
                <a16:creationId xmlns:a16="http://schemas.microsoft.com/office/drawing/2014/main" id="{BB0B0EB8-78EA-A56F-43B2-B748645365CA}"/>
              </a:ext>
            </a:extLst>
          </p:cNvPr>
          <p:cNvGrpSpPr/>
          <p:nvPr/>
        </p:nvGrpSpPr>
        <p:grpSpPr>
          <a:xfrm>
            <a:off x="4580954" y="1297934"/>
            <a:ext cx="995265" cy="854833"/>
            <a:chOff x="1729274" y="1504491"/>
            <a:chExt cx="995265" cy="854833"/>
          </a:xfrm>
        </p:grpSpPr>
        <p:sp>
          <p:nvSpPr>
            <p:cNvPr id="61" name="Rectangle 60">
              <a:extLst>
                <a:ext uri="{FF2B5EF4-FFF2-40B4-BE49-F238E27FC236}">
                  <a16:creationId xmlns:a16="http://schemas.microsoft.com/office/drawing/2014/main" id="{3B0D1798-0370-F808-8190-DD540316CE71}"/>
                </a:ext>
              </a:extLst>
            </p:cNvPr>
            <p:cNvSpPr/>
            <p:nvPr/>
          </p:nvSpPr>
          <p:spPr bwMode="auto">
            <a:xfrm>
              <a:off x="1729274" y="1504491"/>
              <a:ext cx="995265" cy="854833"/>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Reports</a:t>
              </a:r>
              <a:endPar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endParaRPr>
            </a:p>
          </p:txBody>
        </p:sp>
        <p:pic>
          <p:nvPicPr>
            <p:cNvPr id="62" name="Graphic 61" descr="Document with solid fill">
              <a:extLst>
                <a:ext uri="{FF2B5EF4-FFF2-40B4-BE49-F238E27FC236}">
                  <a16:creationId xmlns:a16="http://schemas.microsoft.com/office/drawing/2014/main" id="{350857D4-EDB8-D06D-326C-27EF7A47E39C}"/>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996749" y="1835609"/>
              <a:ext cx="460312" cy="460312"/>
            </a:xfrm>
            <a:prstGeom prst="roundRect">
              <a:avLst/>
            </a:prstGeom>
          </p:spPr>
        </p:pic>
      </p:grpSp>
      <p:grpSp>
        <p:nvGrpSpPr>
          <p:cNvPr id="63" name="Group 62">
            <a:extLst>
              <a:ext uri="{FF2B5EF4-FFF2-40B4-BE49-F238E27FC236}">
                <a16:creationId xmlns:a16="http://schemas.microsoft.com/office/drawing/2014/main" id="{E7FFFD43-1F42-B797-5937-F562858E0B6D}"/>
              </a:ext>
            </a:extLst>
          </p:cNvPr>
          <p:cNvGrpSpPr/>
          <p:nvPr/>
        </p:nvGrpSpPr>
        <p:grpSpPr>
          <a:xfrm>
            <a:off x="734803" y="1779528"/>
            <a:ext cx="357174" cy="371071"/>
            <a:chOff x="774383" y="1585989"/>
            <a:chExt cx="357174" cy="371071"/>
          </a:xfrm>
        </p:grpSpPr>
        <p:sp>
          <p:nvSpPr>
            <p:cNvPr id="64" name="Rectangle 63">
              <a:extLst>
                <a:ext uri="{FF2B5EF4-FFF2-40B4-BE49-F238E27FC236}">
                  <a16:creationId xmlns:a16="http://schemas.microsoft.com/office/drawing/2014/main" id="{87BDDDFE-525B-C873-BB79-23A8F46D2A23}"/>
                </a:ext>
              </a:extLst>
            </p:cNvPr>
            <p:cNvSpPr/>
            <p:nvPr/>
          </p:nvSpPr>
          <p:spPr bwMode="auto">
            <a:xfrm>
              <a:off x="774383" y="1585989"/>
              <a:ext cx="357173" cy="371071"/>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pic>
          <p:nvPicPr>
            <p:cNvPr id="65" name="Graphic 64" descr="Paper with solid fill">
              <a:extLst>
                <a:ext uri="{FF2B5EF4-FFF2-40B4-BE49-F238E27FC236}">
                  <a16:creationId xmlns:a16="http://schemas.microsoft.com/office/drawing/2014/main" id="{7AE77D0B-69C1-0A40-33BF-FB5F9B8499C6}"/>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774384" y="1595280"/>
              <a:ext cx="357173" cy="357173"/>
            </a:xfrm>
            <a:prstGeom prst="roundRect">
              <a:avLst/>
            </a:prstGeom>
          </p:spPr>
        </p:pic>
      </p:grpSp>
      <p:grpSp>
        <p:nvGrpSpPr>
          <p:cNvPr id="66" name="Group 65">
            <a:extLst>
              <a:ext uri="{FF2B5EF4-FFF2-40B4-BE49-F238E27FC236}">
                <a16:creationId xmlns:a16="http://schemas.microsoft.com/office/drawing/2014/main" id="{9A34D385-7421-02CC-4B25-217D055026B2}"/>
              </a:ext>
            </a:extLst>
          </p:cNvPr>
          <p:cNvGrpSpPr/>
          <p:nvPr/>
        </p:nvGrpSpPr>
        <p:grpSpPr>
          <a:xfrm>
            <a:off x="734802" y="2261110"/>
            <a:ext cx="357174" cy="371071"/>
            <a:chOff x="774383" y="1585989"/>
            <a:chExt cx="357174" cy="371071"/>
          </a:xfrm>
        </p:grpSpPr>
        <p:sp>
          <p:nvSpPr>
            <p:cNvPr id="67" name="Rectangle 66">
              <a:extLst>
                <a:ext uri="{FF2B5EF4-FFF2-40B4-BE49-F238E27FC236}">
                  <a16:creationId xmlns:a16="http://schemas.microsoft.com/office/drawing/2014/main" id="{9F28D72B-F85E-CD95-75D6-3B0941EE249A}"/>
                </a:ext>
              </a:extLst>
            </p:cNvPr>
            <p:cNvSpPr/>
            <p:nvPr/>
          </p:nvSpPr>
          <p:spPr bwMode="auto">
            <a:xfrm>
              <a:off x="774383" y="1585989"/>
              <a:ext cx="357173" cy="371071"/>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pic>
          <p:nvPicPr>
            <p:cNvPr id="68" name="Graphic 67" descr="Paper with solid fill">
              <a:extLst>
                <a:ext uri="{FF2B5EF4-FFF2-40B4-BE49-F238E27FC236}">
                  <a16:creationId xmlns:a16="http://schemas.microsoft.com/office/drawing/2014/main" id="{02F8E940-3204-C139-9B2A-5A6FFC66ED9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774384" y="1595280"/>
              <a:ext cx="357173" cy="357173"/>
            </a:xfrm>
            <a:prstGeom prst="roundRect">
              <a:avLst/>
            </a:prstGeom>
          </p:spPr>
        </p:pic>
      </p:grpSp>
      <p:grpSp>
        <p:nvGrpSpPr>
          <p:cNvPr id="69" name="Group 68">
            <a:extLst>
              <a:ext uri="{FF2B5EF4-FFF2-40B4-BE49-F238E27FC236}">
                <a16:creationId xmlns:a16="http://schemas.microsoft.com/office/drawing/2014/main" id="{5F54F4DC-0E74-1C69-E00B-D55D12DC9617}"/>
              </a:ext>
            </a:extLst>
          </p:cNvPr>
          <p:cNvGrpSpPr/>
          <p:nvPr/>
        </p:nvGrpSpPr>
        <p:grpSpPr>
          <a:xfrm>
            <a:off x="734801" y="2885904"/>
            <a:ext cx="357174" cy="371071"/>
            <a:chOff x="774383" y="1585989"/>
            <a:chExt cx="357174" cy="371071"/>
          </a:xfrm>
        </p:grpSpPr>
        <p:sp>
          <p:nvSpPr>
            <p:cNvPr id="70" name="Rectangle 69">
              <a:extLst>
                <a:ext uri="{FF2B5EF4-FFF2-40B4-BE49-F238E27FC236}">
                  <a16:creationId xmlns:a16="http://schemas.microsoft.com/office/drawing/2014/main" id="{13376449-23BD-4001-53E3-3CE93C857DBE}"/>
                </a:ext>
              </a:extLst>
            </p:cNvPr>
            <p:cNvSpPr/>
            <p:nvPr/>
          </p:nvSpPr>
          <p:spPr bwMode="auto">
            <a:xfrm>
              <a:off x="774383" y="1585989"/>
              <a:ext cx="357173" cy="371071"/>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kern="1200" cap="none" spc="0" normalizeH="0" baseline="0" noProof="0" dirty="0">
                <a:ln>
                  <a:noFill/>
                </a:ln>
                <a:solidFill>
                  <a:srgbClr val="000000"/>
                </a:solidFill>
                <a:effectLst/>
                <a:uLnTx/>
                <a:uFillTx/>
                <a:latin typeface="Arial" pitchFamily="80" charset="0"/>
                <a:ea typeface="ＭＳ Ｐゴシック" pitchFamily="80" charset="-128"/>
                <a:cs typeface="ＭＳ Ｐゴシック" pitchFamily="80" charset="-128"/>
              </a:endParaRPr>
            </a:p>
          </p:txBody>
        </p:sp>
        <p:pic>
          <p:nvPicPr>
            <p:cNvPr id="71" name="Graphic 70" descr="Paper with solid fill">
              <a:extLst>
                <a:ext uri="{FF2B5EF4-FFF2-40B4-BE49-F238E27FC236}">
                  <a16:creationId xmlns:a16="http://schemas.microsoft.com/office/drawing/2014/main" id="{2AC8716C-6FD9-B08C-CC91-E20AC3EE356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774384" y="1595280"/>
              <a:ext cx="357173" cy="357173"/>
            </a:xfrm>
            <a:prstGeom prst="roundRect">
              <a:avLst/>
            </a:prstGeom>
          </p:spPr>
        </p:pic>
      </p:grpSp>
      <p:sp>
        <p:nvSpPr>
          <p:cNvPr id="72" name="Rectangle: Rounded Corners 71">
            <a:extLst>
              <a:ext uri="{FF2B5EF4-FFF2-40B4-BE49-F238E27FC236}">
                <a16:creationId xmlns:a16="http://schemas.microsoft.com/office/drawing/2014/main" id="{38E6C16A-E915-FECB-DB4F-45C9302B7B4A}"/>
              </a:ext>
            </a:extLst>
          </p:cNvPr>
          <p:cNvSpPr/>
          <p:nvPr/>
        </p:nvSpPr>
        <p:spPr bwMode="auto">
          <a:xfrm>
            <a:off x="6363429" y="1276234"/>
            <a:ext cx="2517421" cy="307526"/>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Annual: Presentation</a:t>
            </a:r>
            <a:endPar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endParaRPr>
          </a:p>
        </p:txBody>
      </p:sp>
      <p:sp>
        <p:nvSpPr>
          <p:cNvPr id="73" name="Rectangle: Rounded Corners 72">
            <a:extLst>
              <a:ext uri="{FF2B5EF4-FFF2-40B4-BE49-F238E27FC236}">
                <a16:creationId xmlns:a16="http://schemas.microsoft.com/office/drawing/2014/main" id="{19AD5829-1159-2A10-0BC8-7E8C56739A8F}"/>
              </a:ext>
            </a:extLst>
          </p:cNvPr>
          <p:cNvSpPr/>
          <p:nvPr/>
        </p:nvSpPr>
        <p:spPr bwMode="auto">
          <a:xfrm>
            <a:off x="6363430" y="2090496"/>
            <a:ext cx="2560058" cy="307526"/>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Monthly: Report 1-page</a:t>
            </a:r>
            <a:endPar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endParaRPr>
          </a:p>
        </p:txBody>
      </p:sp>
      <p:sp>
        <p:nvSpPr>
          <p:cNvPr id="74" name="Rectangle: Rounded Corners 73">
            <a:extLst>
              <a:ext uri="{FF2B5EF4-FFF2-40B4-BE49-F238E27FC236}">
                <a16:creationId xmlns:a16="http://schemas.microsoft.com/office/drawing/2014/main" id="{C4335834-4024-F8DC-6CE8-50CDAD7DB3A0}"/>
              </a:ext>
            </a:extLst>
          </p:cNvPr>
          <p:cNvSpPr/>
          <p:nvPr/>
        </p:nvSpPr>
        <p:spPr bwMode="auto">
          <a:xfrm>
            <a:off x="6379750" y="2777634"/>
            <a:ext cx="2526058" cy="636535"/>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Budget Report 1-page  </a:t>
            </a:r>
          </a:p>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Shroud 1-page</a:t>
            </a:r>
          </a:p>
          <a:p>
            <a:pPr marL="0" marR="0" indent="0" algn="ctr" defTabSz="914400" rtl="0" eaLnBrk="0" fontAlgn="base" latinLnBrk="0" hangingPunct="0">
              <a:lnSpc>
                <a:spcPct val="100000"/>
              </a:lnSpc>
              <a:spcBef>
                <a:spcPct val="0"/>
              </a:spcBef>
              <a:spcAft>
                <a:spcPct val="0"/>
              </a:spcAft>
              <a:buClrTx/>
              <a:buSzTx/>
              <a:buFontTx/>
              <a:buNone/>
              <a:tabLst/>
            </a:pPr>
            <a:endParaRPr lang="en-US" sz="1200" b="1" dirty="0">
              <a:solidFill>
                <a:schemeClr val="bg1"/>
              </a:solidFill>
              <a:latin typeface="Arial" pitchFamily="80" charset="0"/>
              <a:ea typeface="ＭＳ Ｐゴシック" pitchFamily="80" charset="-128"/>
              <a:cs typeface="ＭＳ Ｐゴシック" pitchFamily="80" charset="-128"/>
            </a:endParaRPr>
          </a:p>
        </p:txBody>
      </p:sp>
      <p:cxnSp>
        <p:nvCxnSpPr>
          <p:cNvPr id="97" name="Connector: Elbow 96">
            <a:extLst>
              <a:ext uri="{FF2B5EF4-FFF2-40B4-BE49-F238E27FC236}">
                <a16:creationId xmlns:a16="http://schemas.microsoft.com/office/drawing/2014/main" id="{B82864E5-66DF-6800-3AE2-B19FDAF1B727}"/>
              </a:ext>
            </a:extLst>
          </p:cNvPr>
          <p:cNvCxnSpPr>
            <a:cxnSpLocks/>
          </p:cNvCxnSpPr>
          <p:nvPr/>
        </p:nvCxnSpPr>
        <p:spPr bwMode="auto">
          <a:xfrm rot="5400000" flipH="1" flipV="1">
            <a:off x="1264726" y="3039420"/>
            <a:ext cx="1652256" cy="436770"/>
          </a:xfrm>
          <a:prstGeom prst="bentConnector3">
            <a:avLst>
              <a:gd name="adj1" fmla="val 99808"/>
            </a:avLst>
          </a:prstGeom>
          <a:solidFill>
            <a:schemeClr val="accent1"/>
          </a:solidFill>
          <a:ln w="9525" cap="flat" cmpd="sng" algn="ctr">
            <a:solidFill>
              <a:schemeClr val="tx1"/>
            </a:solidFill>
            <a:prstDash val="solid"/>
            <a:round/>
            <a:headEnd type="none" w="med" len="med"/>
            <a:tailEnd type="triangle"/>
          </a:ln>
          <a:effectLst/>
        </p:spPr>
      </p:cxnSp>
      <p:sp>
        <p:nvSpPr>
          <p:cNvPr id="110" name="TextBox 109">
            <a:extLst>
              <a:ext uri="{FF2B5EF4-FFF2-40B4-BE49-F238E27FC236}">
                <a16:creationId xmlns:a16="http://schemas.microsoft.com/office/drawing/2014/main" id="{CCACB628-420C-740C-FA56-D9ADB0E8A18D}"/>
              </a:ext>
            </a:extLst>
          </p:cNvPr>
          <p:cNvSpPr txBox="1"/>
          <p:nvPr/>
        </p:nvSpPr>
        <p:spPr>
          <a:xfrm>
            <a:off x="2239690" y="4093867"/>
            <a:ext cx="2358338" cy="461665"/>
          </a:xfrm>
          <a:prstGeom prst="rect">
            <a:avLst/>
          </a:prstGeom>
          <a:noFill/>
        </p:spPr>
        <p:txBody>
          <a:bodyPr wrap="none" rtlCol="0">
            <a:spAutoFit/>
          </a:bodyPr>
          <a:lstStyle/>
          <a:p>
            <a:pPr algn="ctr"/>
            <a:r>
              <a:rPr lang="en-US" sz="1200" b="1" dirty="0">
                <a:solidFill>
                  <a:schemeClr val="accent3">
                    <a:lumMod val="50000"/>
                  </a:schemeClr>
                </a:solidFill>
              </a:rPr>
              <a:t>ETL: Extract/Transform/Load</a:t>
            </a:r>
          </a:p>
          <a:p>
            <a:pPr algn="ctr"/>
            <a:r>
              <a:rPr lang="en-US" sz="1200" b="1" dirty="0">
                <a:solidFill>
                  <a:schemeClr val="accent3">
                    <a:lumMod val="50000"/>
                  </a:schemeClr>
                </a:solidFill>
              </a:rPr>
              <a:t>using Stored Procedure</a:t>
            </a:r>
          </a:p>
        </p:txBody>
      </p:sp>
      <p:cxnSp>
        <p:nvCxnSpPr>
          <p:cNvPr id="156" name="Straight Arrow Connector 155">
            <a:extLst>
              <a:ext uri="{FF2B5EF4-FFF2-40B4-BE49-F238E27FC236}">
                <a16:creationId xmlns:a16="http://schemas.microsoft.com/office/drawing/2014/main" id="{54D96481-C8DA-060D-C4CE-34FB39E970BD}"/>
              </a:ext>
            </a:extLst>
          </p:cNvPr>
          <p:cNvCxnSpPr>
            <a:cxnSpLocks/>
            <a:endCxn id="37" idx="1"/>
          </p:cNvCxnSpPr>
          <p:nvPr/>
        </p:nvCxnSpPr>
        <p:spPr bwMode="auto">
          <a:xfrm>
            <a:off x="1489117" y="2227096"/>
            <a:ext cx="827492"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61" name="Connector: Elbow 160">
            <a:extLst>
              <a:ext uri="{FF2B5EF4-FFF2-40B4-BE49-F238E27FC236}">
                <a16:creationId xmlns:a16="http://schemas.microsoft.com/office/drawing/2014/main" id="{0BBA3BDA-61C7-83FC-BF9C-BEB2E75C2437}"/>
              </a:ext>
            </a:extLst>
          </p:cNvPr>
          <p:cNvCxnSpPr>
            <a:cxnSpLocks/>
            <a:stCxn id="14" idx="3"/>
          </p:cNvCxnSpPr>
          <p:nvPr/>
        </p:nvCxnSpPr>
        <p:spPr bwMode="auto">
          <a:xfrm>
            <a:off x="1091985" y="1483470"/>
            <a:ext cx="394462" cy="739916"/>
          </a:xfrm>
          <a:prstGeom prst="bentConnector2">
            <a:avLst/>
          </a:prstGeom>
          <a:solidFill>
            <a:schemeClr val="accent1"/>
          </a:solidFill>
          <a:ln w="9525" cap="flat" cmpd="sng" algn="ctr">
            <a:solidFill>
              <a:schemeClr val="tx1"/>
            </a:solidFill>
            <a:prstDash val="solid"/>
            <a:round/>
            <a:headEnd type="none" w="med" len="med"/>
            <a:tailEnd type="none" w="med" len="med"/>
          </a:ln>
          <a:effectLst/>
        </p:spPr>
      </p:cxnSp>
      <p:cxnSp>
        <p:nvCxnSpPr>
          <p:cNvPr id="168" name="Straight Connector 167">
            <a:extLst>
              <a:ext uri="{FF2B5EF4-FFF2-40B4-BE49-F238E27FC236}">
                <a16:creationId xmlns:a16="http://schemas.microsoft.com/office/drawing/2014/main" id="{08DD4A74-9E95-9528-BC70-D5E7D7E540A8}"/>
              </a:ext>
            </a:extLst>
          </p:cNvPr>
          <p:cNvCxnSpPr>
            <a:cxnSpLocks/>
            <a:stCxn id="64" idx="3"/>
          </p:cNvCxnSpPr>
          <p:nvPr/>
        </p:nvCxnSpPr>
        <p:spPr bwMode="auto">
          <a:xfrm>
            <a:off x="1091976" y="1965064"/>
            <a:ext cx="392135"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72" name="Connector: Elbow 171">
            <a:extLst>
              <a:ext uri="{FF2B5EF4-FFF2-40B4-BE49-F238E27FC236}">
                <a16:creationId xmlns:a16="http://schemas.microsoft.com/office/drawing/2014/main" id="{9C3923CA-8752-8DB1-F4A7-BE784B8C5869}"/>
              </a:ext>
            </a:extLst>
          </p:cNvPr>
          <p:cNvCxnSpPr>
            <a:cxnSpLocks/>
            <a:stCxn id="70" idx="3"/>
          </p:cNvCxnSpPr>
          <p:nvPr/>
        </p:nvCxnSpPr>
        <p:spPr bwMode="auto">
          <a:xfrm flipV="1">
            <a:off x="1091974" y="2223386"/>
            <a:ext cx="394473" cy="848054"/>
          </a:xfrm>
          <a:prstGeom prst="bentConnector2">
            <a:avLst/>
          </a:prstGeom>
          <a:solidFill>
            <a:schemeClr val="accent1"/>
          </a:solidFill>
          <a:ln w="9525" cap="flat" cmpd="sng" algn="ctr">
            <a:solidFill>
              <a:schemeClr val="tx1"/>
            </a:solidFill>
            <a:prstDash val="solid"/>
            <a:round/>
            <a:headEnd type="none" w="med" len="med"/>
            <a:tailEnd type="none" w="med" len="med"/>
          </a:ln>
          <a:effectLst/>
        </p:spPr>
      </p:cxnSp>
      <p:cxnSp>
        <p:nvCxnSpPr>
          <p:cNvPr id="174" name="Straight Connector 173">
            <a:extLst>
              <a:ext uri="{FF2B5EF4-FFF2-40B4-BE49-F238E27FC236}">
                <a16:creationId xmlns:a16="http://schemas.microsoft.com/office/drawing/2014/main" id="{1C8BA186-916C-A31A-3297-26357A57B9FA}"/>
              </a:ext>
            </a:extLst>
          </p:cNvPr>
          <p:cNvCxnSpPr>
            <a:cxnSpLocks/>
            <a:stCxn id="67" idx="3"/>
          </p:cNvCxnSpPr>
          <p:nvPr/>
        </p:nvCxnSpPr>
        <p:spPr bwMode="auto">
          <a:xfrm>
            <a:off x="1091975" y="2446646"/>
            <a:ext cx="392136" cy="234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76" name="Straight Arrow Connector 175">
            <a:extLst>
              <a:ext uri="{FF2B5EF4-FFF2-40B4-BE49-F238E27FC236}">
                <a16:creationId xmlns:a16="http://schemas.microsoft.com/office/drawing/2014/main" id="{98CB9B8F-C1D1-2B7F-23A6-D6B993B4B814}"/>
              </a:ext>
            </a:extLst>
          </p:cNvPr>
          <p:cNvCxnSpPr>
            <a:cxnSpLocks/>
            <a:stCxn id="37" idx="3"/>
            <a:endCxn id="58" idx="1"/>
          </p:cNvCxnSpPr>
          <p:nvPr/>
        </p:nvCxnSpPr>
        <p:spPr bwMode="auto">
          <a:xfrm>
            <a:off x="3311874" y="2227096"/>
            <a:ext cx="395832" cy="404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80" name="Straight Arrow Connector 179">
            <a:extLst>
              <a:ext uri="{FF2B5EF4-FFF2-40B4-BE49-F238E27FC236}">
                <a16:creationId xmlns:a16="http://schemas.microsoft.com/office/drawing/2014/main" id="{4C693633-53F7-2364-DCBE-E55594D6022C}"/>
              </a:ext>
            </a:extLst>
          </p:cNvPr>
          <p:cNvCxnSpPr>
            <a:cxnSpLocks/>
            <a:stCxn id="58" idx="3"/>
            <a:endCxn id="61" idx="1"/>
          </p:cNvCxnSpPr>
          <p:nvPr/>
        </p:nvCxnSpPr>
        <p:spPr bwMode="auto">
          <a:xfrm flipV="1">
            <a:off x="4199021" y="1725351"/>
            <a:ext cx="381933" cy="50579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84" name="Connector: Elbow 183">
            <a:extLst>
              <a:ext uri="{FF2B5EF4-FFF2-40B4-BE49-F238E27FC236}">
                <a16:creationId xmlns:a16="http://schemas.microsoft.com/office/drawing/2014/main" id="{64497984-9BC4-48FA-58AE-7E587FA99B68}"/>
              </a:ext>
            </a:extLst>
          </p:cNvPr>
          <p:cNvCxnSpPr>
            <a:cxnSpLocks/>
          </p:cNvCxnSpPr>
          <p:nvPr/>
        </p:nvCxnSpPr>
        <p:spPr bwMode="auto">
          <a:xfrm rot="5400000" flipH="1" flipV="1">
            <a:off x="5828762" y="1687150"/>
            <a:ext cx="807084" cy="262250"/>
          </a:xfrm>
          <a:prstGeom prst="bentConnector2">
            <a:avLst/>
          </a:prstGeom>
          <a:solidFill>
            <a:schemeClr val="accent1"/>
          </a:solidFill>
          <a:ln w="9525" cap="flat" cmpd="sng" algn="ctr">
            <a:solidFill>
              <a:schemeClr val="tx1"/>
            </a:solidFill>
            <a:prstDash val="solid"/>
            <a:round/>
            <a:headEnd type="none" w="med" len="med"/>
            <a:tailEnd type="triangle"/>
          </a:ln>
          <a:effectLst/>
        </p:spPr>
      </p:cxnSp>
      <p:cxnSp>
        <p:nvCxnSpPr>
          <p:cNvPr id="188" name="Connector: Elbow 187">
            <a:extLst>
              <a:ext uri="{FF2B5EF4-FFF2-40B4-BE49-F238E27FC236}">
                <a16:creationId xmlns:a16="http://schemas.microsoft.com/office/drawing/2014/main" id="{0984AE54-1711-BBCC-E810-05C60F4A8DB8}"/>
              </a:ext>
            </a:extLst>
          </p:cNvPr>
          <p:cNvCxnSpPr>
            <a:cxnSpLocks/>
          </p:cNvCxnSpPr>
          <p:nvPr/>
        </p:nvCxnSpPr>
        <p:spPr bwMode="auto">
          <a:xfrm rot="16200000" flipH="1">
            <a:off x="5826695" y="2498950"/>
            <a:ext cx="828618" cy="277492"/>
          </a:xfrm>
          <a:prstGeom prst="bentConnector2">
            <a:avLst/>
          </a:prstGeom>
          <a:solidFill>
            <a:schemeClr val="accent1"/>
          </a:solidFill>
          <a:ln w="9525" cap="flat" cmpd="sng" algn="ctr">
            <a:solidFill>
              <a:schemeClr val="tx1"/>
            </a:solidFill>
            <a:prstDash val="solid"/>
            <a:round/>
            <a:headEnd type="none" w="med" len="med"/>
            <a:tailEnd type="triangle"/>
          </a:ln>
          <a:effectLst/>
        </p:spPr>
      </p:cxnSp>
      <p:cxnSp>
        <p:nvCxnSpPr>
          <p:cNvPr id="202" name="Straight Arrow Connector 201">
            <a:extLst>
              <a:ext uri="{FF2B5EF4-FFF2-40B4-BE49-F238E27FC236}">
                <a16:creationId xmlns:a16="http://schemas.microsoft.com/office/drawing/2014/main" id="{3C811E2B-0DA5-8919-0B06-BA3169F8C3B8}"/>
              </a:ext>
            </a:extLst>
          </p:cNvPr>
          <p:cNvCxnSpPr>
            <a:cxnSpLocks/>
            <a:stCxn id="43" idx="3"/>
            <a:endCxn id="55" idx="1"/>
          </p:cNvCxnSpPr>
          <p:nvPr/>
        </p:nvCxnSpPr>
        <p:spPr bwMode="auto">
          <a:xfrm flipV="1">
            <a:off x="1413058" y="4232366"/>
            <a:ext cx="193508" cy="397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57" name="Group 56">
            <a:extLst>
              <a:ext uri="{FF2B5EF4-FFF2-40B4-BE49-F238E27FC236}">
                <a16:creationId xmlns:a16="http://schemas.microsoft.com/office/drawing/2014/main" id="{BB0B0EB8-78EA-A56F-43B2-B748645365CA}"/>
              </a:ext>
            </a:extLst>
          </p:cNvPr>
          <p:cNvGrpSpPr/>
          <p:nvPr/>
        </p:nvGrpSpPr>
        <p:grpSpPr>
          <a:xfrm>
            <a:off x="4577023" y="2353621"/>
            <a:ext cx="995265" cy="854833"/>
            <a:chOff x="1729274" y="1504491"/>
            <a:chExt cx="995265" cy="854833"/>
          </a:xfrm>
        </p:grpSpPr>
        <p:sp>
          <p:nvSpPr>
            <p:cNvPr id="59" name="Rectangle 60">
              <a:extLst>
                <a:ext uri="{FF2B5EF4-FFF2-40B4-BE49-F238E27FC236}">
                  <a16:creationId xmlns:a16="http://schemas.microsoft.com/office/drawing/2014/main" id="{3B0D1798-0370-F808-8190-DD540316CE71}"/>
                </a:ext>
              </a:extLst>
            </p:cNvPr>
            <p:cNvSpPr/>
            <p:nvPr/>
          </p:nvSpPr>
          <p:spPr bwMode="auto">
            <a:xfrm>
              <a:off x="1729274" y="1504491"/>
              <a:ext cx="995265" cy="854833"/>
            </a:xfrm>
            <a:prstGeom prst="round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200" b="1" dirty="0">
                  <a:solidFill>
                    <a:schemeClr val="bg1"/>
                  </a:solidFill>
                  <a:latin typeface="Arial" pitchFamily="80" charset="0"/>
                  <a:ea typeface="ＭＳ Ｐゴシック" pitchFamily="80" charset="-128"/>
                  <a:cs typeface="ＭＳ Ｐゴシック" pitchFamily="80" charset="-128"/>
                </a:rPr>
                <a:t>Analytics</a:t>
              </a:r>
              <a:endParaRPr kumimoji="0" lang="en-US" sz="1200" b="1" i="0" u="none" strike="noStrike" kern="1200" cap="none" spc="0" normalizeH="0" baseline="0" noProof="0" dirty="0">
                <a:ln>
                  <a:noFill/>
                </a:ln>
                <a:solidFill>
                  <a:schemeClr val="bg1"/>
                </a:solidFill>
                <a:effectLst/>
                <a:uLnTx/>
                <a:uFillTx/>
                <a:latin typeface="Arial" pitchFamily="80" charset="0"/>
                <a:ea typeface="ＭＳ Ｐゴシック" pitchFamily="80" charset="-128"/>
                <a:cs typeface="ＭＳ Ｐゴシック" pitchFamily="80" charset="-128"/>
              </a:endParaRPr>
            </a:p>
          </p:txBody>
        </p:sp>
        <p:pic>
          <p:nvPicPr>
            <p:cNvPr id="75" name="Graphic 61" descr="Document with solid fill">
              <a:extLst>
                <a:ext uri="{FF2B5EF4-FFF2-40B4-BE49-F238E27FC236}">
                  <a16:creationId xmlns:a16="http://schemas.microsoft.com/office/drawing/2014/main" id="{350857D4-EDB8-D06D-326C-27EF7A47E39C}"/>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996749" y="1835609"/>
              <a:ext cx="460312" cy="460312"/>
            </a:xfrm>
            <a:prstGeom prst="roundRect">
              <a:avLst/>
            </a:prstGeom>
          </p:spPr>
        </p:pic>
      </p:grpSp>
      <p:cxnSp>
        <p:nvCxnSpPr>
          <p:cNvPr id="76" name="Straight Arrow Connector 75">
            <a:extLst>
              <a:ext uri="{FF2B5EF4-FFF2-40B4-BE49-F238E27FC236}">
                <a16:creationId xmlns:a16="http://schemas.microsoft.com/office/drawing/2014/main" id="{4C693633-53F7-2364-DCBE-E55594D6022C}"/>
              </a:ext>
            </a:extLst>
          </p:cNvPr>
          <p:cNvCxnSpPr>
            <a:cxnSpLocks/>
            <a:stCxn id="58" idx="3"/>
            <a:endCxn id="59" idx="1"/>
          </p:cNvCxnSpPr>
          <p:nvPr/>
        </p:nvCxnSpPr>
        <p:spPr bwMode="auto">
          <a:xfrm>
            <a:off x="4199021" y="2231145"/>
            <a:ext cx="378002" cy="54989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 name="TextBox 2"/>
          <p:cNvSpPr txBox="1"/>
          <p:nvPr/>
        </p:nvSpPr>
        <p:spPr>
          <a:xfrm>
            <a:off x="194541" y="1315944"/>
            <a:ext cx="559663" cy="338554"/>
          </a:xfrm>
          <a:prstGeom prst="rect">
            <a:avLst/>
          </a:prstGeom>
          <a:noFill/>
        </p:spPr>
        <p:txBody>
          <a:bodyPr wrap="square" rtlCol="0">
            <a:spAutoFit/>
          </a:bodyPr>
          <a:lstStyle/>
          <a:p>
            <a:r>
              <a:rPr lang="en-US" sz="800" b="1" dirty="0"/>
              <a:t>Vendor Entry</a:t>
            </a:r>
          </a:p>
        </p:txBody>
      </p:sp>
      <p:sp>
        <p:nvSpPr>
          <p:cNvPr id="80" name="TextBox 79"/>
          <p:cNvSpPr txBox="1"/>
          <p:nvPr/>
        </p:nvSpPr>
        <p:spPr>
          <a:xfrm>
            <a:off x="207626" y="1811192"/>
            <a:ext cx="559663" cy="830997"/>
          </a:xfrm>
          <a:prstGeom prst="rect">
            <a:avLst/>
          </a:prstGeom>
          <a:noFill/>
        </p:spPr>
        <p:txBody>
          <a:bodyPr wrap="square" rtlCol="0">
            <a:spAutoFit/>
          </a:bodyPr>
          <a:lstStyle/>
          <a:p>
            <a:r>
              <a:rPr lang="en-US" sz="800" b="1" dirty="0"/>
              <a:t>CNRL Entry</a:t>
            </a:r>
          </a:p>
          <a:p>
            <a:endParaRPr lang="en-US" sz="800" b="1" dirty="0"/>
          </a:p>
          <a:p>
            <a:r>
              <a:rPr lang="en-US" sz="800" b="1" dirty="0"/>
              <a:t>Field  and</a:t>
            </a:r>
          </a:p>
          <a:p>
            <a:r>
              <a:rPr lang="en-US" sz="800" b="1" dirty="0"/>
              <a:t>Calgary</a:t>
            </a:r>
          </a:p>
        </p:txBody>
      </p:sp>
      <p:cxnSp>
        <p:nvCxnSpPr>
          <p:cNvPr id="5" name="Elbow Connector 4"/>
          <p:cNvCxnSpPr>
            <a:stCxn id="61" idx="3"/>
            <a:endCxn id="73" idx="1"/>
          </p:cNvCxnSpPr>
          <p:nvPr/>
        </p:nvCxnSpPr>
        <p:spPr bwMode="auto">
          <a:xfrm>
            <a:off x="5576219" y="1725351"/>
            <a:ext cx="787211" cy="518908"/>
          </a:xfrm>
          <a:prstGeom prst="bentConnector3">
            <a:avLst>
              <a:gd name="adj1" fmla="val 66246"/>
            </a:avLst>
          </a:prstGeom>
          <a:solidFill>
            <a:schemeClr val="accent1"/>
          </a:solidFill>
          <a:ln w="9525" cap="flat" cmpd="sng" algn="ctr">
            <a:solidFill>
              <a:schemeClr val="tx1"/>
            </a:solidFill>
            <a:prstDash val="solid"/>
            <a:round/>
            <a:headEnd type="none" w="med" len="med"/>
            <a:tailEnd type="triangle"/>
          </a:ln>
          <a:effectLst/>
        </p:spPr>
      </p:cxnSp>
      <p:sp>
        <p:nvSpPr>
          <p:cNvPr id="4" name="TextBox 3">
            <a:extLst>
              <a:ext uri="{FF2B5EF4-FFF2-40B4-BE49-F238E27FC236}">
                <a16:creationId xmlns:a16="http://schemas.microsoft.com/office/drawing/2014/main" id="{09EF6D1F-A521-B17D-CB6F-CC115DEF3248}"/>
              </a:ext>
            </a:extLst>
          </p:cNvPr>
          <p:cNvSpPr txBox="1"/>
          <p:nvPr/>
        </p:nvSpPr>
        <p:spPr>
          <a:xfrm>
            <a:off x="7559899" y="77273"/>
            <a:ext cx="1423327" cy="488722"/>
          </a:xfrm>
          <a:prstGeom prst="rect">
            <a:avLst/>
          </a:prstGeom>
          <a:solidFill>
            <a:srgbClr val="92D050"/>
          </a:solidFill>
          <a:ln w="15875">
            <a:solidFill>
              <a:schemeClr val="tx1"/>
            </a:solidFill>
          </a:ln>
        </p:spPr>
        <p:txBody>
          <a:bodyPr wrap="square" rtlCol="0">
            <a:noAutofit/>
          </a:bodyPr>
          <a:lstStyle/>
          <a:p>
            <a:pPr algn="ctr"/>
            <a:r>
              <a:rPr lang="en-US" sz="1200" b="1" dirty="0"/>
              <a:t>Wayne</a:t>
            </a:r>
          </a:p>
        </p:txBody>
      </p:sp>
      <p:sp>
        <p:nvSpPr>
          <p:cNvPr id="7" name="Left Brace 6">
            <a:extLst>
              <a:ext uri="{FF2B5EF4-FFF2-40B4-BE49-F238E27FC236}">
                <a16:creationId xmlns:a16="http://schemas.microsoft.com/office/drawing/2014/main" id="{512DEFEF-4E77-1BE0-4E7A-86422BFA1FD9}"/>
              </a:ext>
            </a:extLst>
          </p:cNvPr>
          <p:cNvSpPr/>
          <p:nvPr/>
        </p:nvSpPr>
        <p:spPr bwMode="auto">
          <a:xfrm rot="16200000">
            <a:off x="835668" y="3148757"/>
            <a:ext cx="155448" cy="479674"/>
          </a:xfrm>
          <a:prstGeom prst="leftBrace">
            <a:avLst>
              <a:gd name="adj1" fmla="val 3234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8" name="Left Brace 7">
            <a:extLst>
              <a:ext uri="{FF2B5EF4-FFF2-40B4-BE49-F238E27FC236}">
                <a16:creationId xmlns:a16="http://schemas.microsoft.com/office/drawing/2014/main" id="{2EBE8E73-55B8-C6D6-E316-A72512ECD3D9}"/>
              </a:ext>
            </a:extLst>
          </p:cNvPr>
          <p:cNvSpPr/>
          <p:nvPr/>
        </p:nvSpPr>
        <p:spPr bwMode="auto">
          <a:xfrm rot="16200000">
            <a:off x="1794745" y="4218684"/>
            <a:ext cx="155448" cy="531806"/>
          </a:xfrm>
          <a:prstGeom prst="leftBrace">
            <a:avLst>
              <a:gd name="adj1" fmla="val 3234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9" name="TextBox 8">
            <a:extLst>
              <a:ext uri="{FF2B5EF4-FFF2-40B4-BE49-F238E27FC236}">
                <a16:creationId xmlns:a16="http://schemas.microsoft.com/office/drawing/2014/main" id="{2B6ACB90-91D7-BF04-C27B-3AD45D1BAB91}"/>
              </a:ext>
            </a:extLst>
          </p:cNvPr>
          <p:cNvSpPr txBox="1"/>
          <p:nvPr/>
        </p:nvSpPr>
        <p:spPr>
          <a:xfrm>
            <a:off x="250392" y="3453057"/>
            <a:ext cx="1326005" cy="461665"/>
          </a:xfrm>
          <a:prstGeom prst="rect">
            <a:avLst/>
          </a:prstGeom>
          <a:noFill/>
        </p:spPr>
        <p:txBody>
          <a:bodyPr wrap="none" rtlCol="0">
            <a:spAutoFit/>
          </a:bodyPr>
          <a:lstStyle/>
          <a:p>
            <a:pPr algn="ctr"/>
            <a:r>
              <a:rPr lang="en-US" sz="1200" b="1" dirty="0">
                <a:solidFill>
                  <a:srgbClr val="FF0000"/>
                </a:solidFill>
              </a:rPr>
              <a:t>98% (vendor) + </a:t>
            </a:r>
          </a:p>
          <a:p>
            <a:pPr algn="ctr"/>
            <a:r>
              <a:rPr lang="en-US" sz="1200" b="1" dirty="0">
                <a:solidFill>
                  <a:srgbClr val="FF0000"/>
                </a:solidFill>
              </a:rPr>
              <a:t>Enhancements</a:t>
            </a:r>
          </a:p>
        </p:txBody>
      </p:sp>
      <p:sp>
        <p:nvSpPr>
          <p:cNvPr id="12" name="TextBox 11">
            <a:extLst>
              <a:ext uri="{FF2B5EF4-FFF2-40B4-BE49-F238E27FC236}">
                <a16:creationId xmlns:a16="http://schemas.microsoft.com/office/drawing/2014/main" id="{469D13C7-C260-68DF-F718-F7F1BD1FDE49}"/>
              </a:ext>
            </a:extLst>
          </p:cNvPr>
          <p:cNvSpPr txBox="1"/>
          <p:nvPr/>
        </p:nvSpPr>
        <p:spPr>
          <a:xfrm>
            <a:off x="1584568" y="4554665"/>
            <a:ext cx="575800" cy="276999"/>
          </a:xfrm>
          <a:prstGeom prst="rect">
            <a:avLst/>
          </a:prstGeom>
          <a:noFill/>
        </p:spPr>
        <p:txBody>
          <a:bodyPr wrap="none" rtlCol="0">
            <a:spAutoFit/>
          </a:bodyPr>
          <a:lstStyle/>
          <a:p>
            <a:pPr algn="ctr"/>
            <a:r>
              <a:rPr lang="en-US" sz="1200" b="1" dirty="0">
                <a:solidFill>
                  <a:srgbClr val="FF0000"/>
                </a:solidFill>
              </a:rPr>
              <a:t>100%</a:t>
            </a:r>
          </a:p>
        </p:txBody>
      </p:sp>
      <p:sp>
        <p:nvSpPr>
          <p:cNvPr id="13" name="Left Brace 12">
            <a:extLst>
              <a:ext uri="{FF2B5EF4-FFF2-40B4-BE49-F238E27FC236}">
                <a16:creationId xmlns:a16="http://schemas.microsoft.com/office/drawing/2014/main" id="{9C6E8EAE-75D7-75C1-5893-9E886A0A1364}"/>
              </a:ext>
            </a:extLst>
          </p:cNvPr>
          <p:cNvSpPr/>
          <p:nvPr/>
        </p:nvSpPr>
        <p:spPr bwMode="auto">
          <a:xfrm rot="16200000">
            <a:off x="2744828" y="2889929"/>
            <a:ext cx="155448" cy="995266"/>
          </a:xfrm>
          <a:prstGeom prst="leftBrace">
            <a:avLst>
              <a:gd name="adj1" fmla="val 3234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15" name="TextBox 14">
            <a:extLst>
              <a:ext uri="{FF2B5EF4-FFF2-40B4-BE49-F238E27FC236}">
                <a16:creationId xmlns:a16="http://schemas.microsoft.com/office/drawing/2014/main" id="{5615FE9F-49FF-96BB-1F35-9A0580033C67}"/>
              </a:ext>
            </a:extLst>
          </p:cNvPr>
          <p:cNvSpPr txBox="1"/>
          <p:nvPr/>
        </p:nvSpPr>
        <p:spPr>
          <a:xfrm>
            <a:off x="2590994" y="3436286"/>
            <a:ext cx="575800" cy="276999"/>
          </a:xfrm>
          <a:prstGeom prst="rect">
            <a:avLst/>
          </a:prstGeom>
          <a:noFill/>
        </p:spPr>
        <p:txBody>
          <a:bodyPr wrap="none" rtlCol="0">
            <a:spAutoFit/>
          </a:bodyPr>
          <a:lstStyle/>
          <a:p>
            <a:pPr algn="ctr"/>
            <a:r>
              <a:rPr lang="en-US" sz="1200" b="1" dirty="0">
                <a:solidFill>
                  <a:srgbClr val="FF0000"/>
                </a:solidFill>
              </a:rPr>
              <a:t>100%</a:t>
            </a:r>
          </a:p>
        </p:txBody>
      </p:sp>
      <p:sp>
        <p:nvSpPr>
          <p:cNvPr id="16" name="Left Brace 15">
            <a:extLst>
              <a:ext uri="{FF2B5EF4-FFF2-40B4-BE49-F238E27FC236}">
                <a16:creationId xmlns:a16="http://schemas.microsoft.com/office/drawing/2014/main" id="{CFEEB165-87E7-AC3D-0A2E-20719D204657}"/>
              </a:ext>
            </a:extLst>
          </p:cNvPr>
          <p:cNvSpPr/>
          <p:nvPr/>
        </p:nvSpPr>
        <p:spPr bwMode="auto">
          <a:xfrm rot="16200000">
            <a:off x="3862539" y="3145618"/>
            <a:ext cx="155448" cy="483887"/>
          </a:xfrm>
          <a:prstGeom prst="leftBrace">
            <a:avLst>
              <a:gd name="adj1" fmla="val 3234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17" name="Left Brace 16">
            <a:extLst>
              <a:ext uri="{FF2B5EF4-FFF2-40B4-BE49-F238E27FC236}">
                <a16:creationId xmlns:a16="http://schemas.microsoft.com/office/drawing/2014/main" id="{251820CD-F08D-86D2-26B4-CEA4A6BF7483}"/>
              </a:ext>
            </a:extLst>
          </p:cNvPr>
          <p:cNvSpPr/>
          <p:nvPr/>
        </p:nvSpPr>
        <p:spPr bwMode="auto">
          <a:xfrm rot="16200000">
            <a:off x="4973294" y="2890422"/>
            <a:ext cx="155448" cy="995265"/>
          </a:xfrm>
          <a:prstGeom prst="leftBrace">
            <a:avLst>
              <a:gd name="adj1" fmla="val 32342"/>
              <a:gd name="adj2" fmla="val 5000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pitchFamily="80" charset="0"/>
              <a:ea typeface="ＭＳ Ｐゴシック" pitchFamily="80" charset="-128"/>
              <a:cs typeface="ＭＳ Ｐゴシック" pitchFamily="80" charset="-128"/>
            </a:endParaRPr>
          </a:p>
        </p:txBody>
      </p:sp>
      <p:sp>
        <p:nvSpPr>
          <p:cNvPr id="18" name="TextBox 17">
            <a:extLst>
              <a:ext uri="{FF2B5EF4-FFF2-40B4-BE49-F238E27FC236}">
                <a16:creationId xmlns:a16="http://schemas.microsoft.com/office/drawing/2014/main" id="{FA5DEFC8-5A63-CF42-3127-B2092136C151}"/>
              </a:ext>
            </a:extLst>
          </p:cNvPr>
          <p:cNvSpPr txBox="1"/>
          <p:nvPr/>
        </p:nvSpPr>
        <p:spPr>
          <a:xfrm>
            <a:off x="3717060" y="3451360"/>
            <a:ext cx="490840" cy="276999"/>
          </a:xfrm>
          <a:prstGeom prst="rect">
            <a:avLst/>
          </a:prstGeom>
          <a:noFill/>
        </p:spPr>
        <p:txBody>
          <a:bodyPr wrap="none" rtlCol="0">
            <a:spAutoFit/>
          </a:bodyPr>
          <a:lstStyle/>
          <a:p>
            <a:pPr algn="ctr"/>
            <a:r>
              <a:rPr lang="en-US" sz="1200" b="1" dirty="0">
                <a:solidFill>
                  <a:srgbClr val="FF0000"/>
                </a:solidFill>
              </a:rPr>
              <a:t>80%</a:t>
            </a:r>
          </a:p>
        </p:txBody>
      </p:sp>
      <p:sp>
        <p:nvSpPr>
          <p:cNvPr id="19" name="TextBox 18">
            <a:extLst>
              <a:ext uri="{FF2B5EF4-FFF2-40B4-BE49-F238E27FC236}">
                <a16:creationId xmlns:a16="http://schemas.microsoft.com/office/drawing/2014/main" id="{BC4EE8CE-63E2-FF4B-61EC-C1DD29AE14B9}"/>
              </a:ext>
            </a:extLst>
          </p:cNvPr>
          <p:cNvSpPr txBox="1"/>
          <p:nvPr/>
        </p:nvSpPr>
        <p:spPr>
          <a:xfrm>
            <a:off x="4833165" y="3239423"/>
            <a:ext cx="490840" cy="461665"/>
          </a:xfrm>
          <a:prstGeom prst="rect">
            <a:avLst/>
          </a:prstGeom>
          <a:noFill/>
        </p:spPr>
        <p:txBody>
          <a:bodyPr wrap="none" rtlCol="0">
            <a:spAutoFit/>
          </a:bodyPr>
          <a:lstStyle/>
          <a:p>
            <a:pPr algn="ctr"/>
            <a:endParaRPr lang="en-US" sz="1200" b="1" dirty="0"/>
          </a:p>
          <a:p>
            <a:pPr algn="ctr"/>
            <a:r>
              <a:rPr lang="en-US" sz="1200" b="1" dirty="0">
                <a:solidFill>
                  <a:srgbClr val="FF0000"/>
                </a:solidFill>
              </a:rPr>
              <a:t>25%</a:t>
            </a:r>
          </a:p>
        </p:txBody>
      </p:sp>
      <p:sp>
        <p:nvSpPr>
          <p:cNvPr id="20" name="TextBox 19">
            <a:extLst>
              <a:ext uri="{FF2B5EF4-FFF2-40B4-BE49-F238E27FC236}">
                <a16:creationId xmlns:a16="http://schemas.microsoft.com/office/drawing/2014/main" id="{ED8C732E-013C-E13A-3113-5C59E96AFECD}"/>
              </a:ext>
            </a:extLst>
          </p:cNvPr>
          <p:cNvSpPr txBox="1"/>
          <p:nvPr/>
        </p:nvSpPr>
        <p:spPr>
          <a:xfrm>
            <a:off x="7345154" y="2282561"/>
            <a:ext cx="585723" cy="461665"/>
          </a:xfrm>
          <a:prstGeom prst="rect">
            <a:avLst/>
          </a:prstGeom>
          <a:noFill/>
        </p:spPr>
        <p:txBody>
          <a:bodyPr wrap="square" rtlCol="0">
            <a:spAutoFit/>
          </a:bodyPr>
          <a:lstStyle/>
          <a:p>
            <a:pPr algn="ctr"/>
            <a:endParaRPr lang="en-US" sz="1200" b="1" dirty="0"/>
          </a:p>
          <a:p>
            <a:pPr algn="ctr"/>
            <a:r>
              <a:rPr lang="en-US" sz="1200" b="1" dirty="0">
                <a:solidFill>
                  <a:srgbClr val="FF0000"/>
                </a:solidFill>
              </a:rPr>
              <a:t>95%</a:t>
            </a:r>
          </a:p>
        </p:txBody>
      </p:sp>
      <p:sp>
        <p:nvSpPr>
          <p:cNvPr id="21" name="TextBox 20">
            <a:extLst>
              <a:ext uri="{FF2B5EF4-FFF2-40B4-BE49-F238E27FC236}">
                <a16:creationId xmlns:a16="http://schemas.microsoft.com/office/drawing/2014/main" id="{9438EC3D-6B71-3F78-A620-76DDB61340C1}"/>
              </a:ext>
            </a:extLst>
          </p:cNvPr>
          <p:cNvSpPr txBox="1"/>
          <p:nvPr/>
        </p:nvSpPr>
        <p:spPr>
          <a:xfrm>
            <a:off x="6908161" y="1424393"/>
            <a:ext cx="1427953" cy="646331"/>
          </a:xfrm>
          <a:prstGeom prst="rect">
            <a:avLst/>
          </a:prstGeom>
          <a:noFill/>
        </p:spPr>
        <p:txBody>
          <a:bodyPr wrap="square" rtlCol="0">
            <a:spAutoFit/>
          </a:bodyPr>
          <a:lstStyle/>
          <a:p>
            <a:pPr algn="ctr"/>
            <a:endParaRPr lang="en-US" sz="1200" b="1" dirty="0"/>
          </a:p>
          <a:p>
            <a:pPr algn="ctr"/>
            <a:r>
              <a:rPr lang="en-US" sz="1200" b="1" dirty="0">
                <a:solidFill>
                  <a:srgbClr val="FF0000"/>
                </a:solidFill>
              </a:rPr>
              <a:t>Completed Using Excel</a:t>
            </a:r>
          </a:p>
        </p:txBody>
      </p:sp>
      <p:sp>
        <p:nvSpPr>
          <p:cNvPr id="24" name="TextBox 23">
            <a:extLst>
              <a:ext uri="{FF2B5EF4-FFF2-40B4-BE49-F238E27FC236}">
                <a16:creationId xmlns:a16="http://schemas.microsoft.com/office/drawing/2014/main" id="{0DDA6089-A211-2E48-47AF-5918F443A2CD}"/>
              </a:ext>
            </a:extLst>
          </p:cNvPr>
          <p:cNvSpPr txBox="1"/>
          <p:nvPr/>
        </p:nvSpPr>
        <p:spPr>
          <a:xfrm>
            <a:off x="6924038" y="3192448"/>
            <a:ext cx="1427953" cy="646331"/>
          </a:xfrm>
          <a:prstGeom prst="rect">
            <a:avLst/>
          </a:prstGeom>
          <a:noFill/>
        </p:spPr>
        <p:txBody>
          <a:bodyPr wrap="square" rtlCol="0">
            <a:spAutoFit/>
          </a:bodyPr>
          <a:lstStyle/>
          <a:p>
            <a:pPr algn="ctr"/>
            <a:endParaRPr lang="en-US" sz="1200" b="1" dirty="0"/>
          </a:p>
          <a:p>
            <a:pPr algn="ctr"/>
            <a:r>
              <a:rPr lang="en-US" sz="1200" b="1" dirty="0">
                <a:solidFill>
                  <a:srgbClr val="FF0000"/>
                </a:solidFill>
              </a:rPr>
              <a:t>Completed Using Excel</a:t>
            </a:r>
          </a:p>
        </p:txBody>
      </p:sp>
    </p:spTree>
    <p:extLst>
      <p:ext uri="{BB962C8B-B14F-4D97-AF65-F5344CB8AC3E}">
        <p14:creationId xmlns:p14="http://schemas.microsoft.com/office/powerpoint/2010/main" val="984204907"/>
      </p:ext>
    </p:extLst>
  </p:cSld>
  <p:clrMapOvr>
    <a:masterClrMapping/>
  </p:clrMapOvr>
  <p:transition spd="slow">
    <p:wipe dir="r"/>
  </p:transition>
</p:sld>
</file>

<file path=ppt/theme/theme1.xml><?xml version="1.0" encoding="utf-8"?>
<a:theme xmlns:a="http://schemas.openxmlformats.org/drawingml/2006/main" name="Title Content Slide">
  <a:themeElements>
    <a:clrScheme name="CNQ Custom Colors">
      <a:dk1>
        <a:srgbClr val="000000"/>
      </a:dk1>
      <a:lt1>
        <a:srgbClr val="FFFFFF"/>
      </a:lt1>
      <a:dk2>
        <a:srgbClr val="CCD0D4"/>
      </a:dk2>
      <a:lt2>
        <a:srgbClr val="F8F8F8"/>
      </a:lt2>
      <a:accent1>
        <a:srgbClr val="007DC3"/>
      </a:accent1>
      <a:accent2>
        <a:srgbClr val="005F9A"/>
      </a:accent2>
      <a:accent3>
        <a:srgbClr val="58C0FF"/>
      </a:accent3>
      <a:accent4>
        <a:srgbClr val="A4E1E4"/>
      </a:accent4>
      <a:accent5>
        <a:srgbClr val="A1C567"/>
      </a:accent5>
      <a:accent6>
        <a:srgbClr val="99CCFF"/>
      </a:accent6>
      <a:hlink>
        <a:srgbClr val="007DC3"/>
      </a:hlink>
      <a:folHlink>
        <a:srgbClr val="007DC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gradFill>
          <a:gsLst>
            <a:gs pos="16000">
              <a:srgbClr val="0094E6">
                <a:alpha val="0"/>
              </a:srgbClr>
            </a:gs>
            <a:gs pos="53000">
              <a:srgbClr val="0094E6">
                <a:alpha val="50000"/>
              </a:srgbClr>
            </a:gs>
            <a:gs pos="100000">
              <a:srgbClr val="0094E6">
                <a:alpha val="60000"/>
              </a:srgbClr>
            </a:gs>
          </a:gsLst>
          <a:lin ang="5400000" scaled="0"/>
        </a:gradFill>
        <a:ln w="9525" cap="flat" cmpd="sng" algn="ctr">
          <a:no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2400" b="0" i="0" u="none" strike="noStrike" kern="1200" cap="none" spc="0" normalizeH="0" baseline="0" noProof="0">
            <a:ln>
              <a:noFill/>
            </a:ln>
            <a:solidFill>
              <a:srgbClr val="000000"/>
            </a:solidFill>
            <a:effectLst/>
            <a:uLnTx/>
            <a:uFillTx/>
            <a:latin typeface="Arial" pitchFamily="80" charset="0"/>
            <a:ea typeface="ＭＳ Ｐゴシック" pitchFamily="80" charset="-128"/>
            <a:cs typeface="ＭＳ Ｐゴシック" pitchFamily="8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80" charset="0"/>
            <a:ea typeface="ＭＳ Ｐゴシック" pitchFamily="80" charset="-128"/>
            <a:cs typeface="ＭＳ Ｐゴシック" pitchFamily="80" charset="-128"/>
          </a:defRPr>
        </a:defPPr>
      </a:lstStyle>
    </a:lnDef>
    <a:txDef>
      <a:spPr>
        <a:noFill/>
      </a:spPr>
      <a:bodyPr wrap="square" rtlCol="0">
        <a:spAutoFit/>
      </a:bodyPr>
      <a:lstStyle>
        <a:defPPr>
          <a:defRPr sz="1200" b="1" dirty="0"/>
        </a:defPPr>
      </a:lstStyle>
    </a:tx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NQ Corporate Template.potx" id="{516098CA-EB17-4A52-82DE-F4BBC48F5379}" vid="{38EAB86E-4FB1-4570-A46E-965599557435}"/>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CNQ Corporate Template</Template>
  <TotalTime>53</TotalTime>
  <Words>1364</Words>
  <Application>Microsoft Office PowerPoint</Application>
  <PresentationFormat>On-screen Show (16:9)</PresentationFormat>
  <Paragraphs>290</Paragraphs>
  <Slides>19</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Arial</vt:lpstr>
      <vt:lpstr>Arial Narrow</vt:lpstr>
      <vt:lpstr>Arial Unicode MS</vt:lpstr>
      <vt:lpstr>Calibri</vt:lpstr>
      <vt:lpstr>Calibri Light</vt:lpstr>
      <vt:lpstr>Cambria Math</vt:lpstr>
      <vt:lpstr>Frutiger LT Pro 45 Light</vt:lpstr>
      <vt:lpstr>Times New Roman</vt:lpstr>
      <vt:lpstr>Wingdings</vt:lpstr>
      <vt:lpstr>Title Content Slide</vt:lpstr>
      <vt:lpstr>ESP KPI Tracker Update</vt:lpstr>
      <vt:lpstr>Project Timeline &amp; Key Milestones</vt:lpstr>
      <vt:lpstr>What’s Been Completed &amp; What’s Next</vt:lpstr>
      <vt:lpstr>Roadmap (OLD SLIDE – WG – See New Slide 5)</vt:lpstr>
      <vt:lpstr>Q1 2026: Transition &amp; Go-Live Activities</vt:lpstr>
      <vt:lpstr>2025 Development &amp; Testing Achievements</vt:lpstr>
      <vt:lpstr>2025 Development Achievements &amp; Demo</vt:lpstr>
      <vt:lpstr>2025 Features &amp; Demo (Part 2)</vt:lpstr>
      <vt:lpstr>2025 Data Integration Achievements</vt:lpstr>
      <vt:lpstr>Dashboard Features</vt:lpstr>
      <vt:lpstr>Visuals Overview</vt:lpstr>
      <vt:lpstr>Challenges – Report Development</vt:lpstr>
      <vt:lpstr>Next Steps – Report Development</vt:lpstr>
      <vt:lpstr>CNRL User Adoption Update</vt:lpstr>
      <vt:lpstr>Data (OLD SLIDE – WG – See New Slide 16)</vt:lpstr>
      <vt:lpstr>Data Scope &amp; Quality Initiatives</vt:lpstr>
      <vt:lpstr>2026 Next Steps: Web Input Forms &amp; Expansion</vt:lpstr>
      <vt:lpstr>ESP KPI Tracking Project –Feb 2025</vt:lpstr>
      <vt:lpstr>ESP KPI Tracking Project – Dec 2025</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Wayne Green</dc:creator>
  <cp:lastModifiedBy>Wayne Green</cp:lastModifiedBy>
  <cp:revision>1</cp:revision>
  <cp:lastPrinted>2025-09-16T13:03:19Z</cp:lastPrinted>
  <dcterms:created xsi:type="dcterms:W3CDTF">2024-03-04T05:40:25Z</dcterms:created>
  <dcterms:modified xsi:type="dcterms:W3CDTF">2025-12-12T15:01:03Z</dcterms:modified>
</cp:coreProperties>
</file>